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87" r:id="rId2"/>
  </p:sldIdLst>
  <p:sldSz cx="45720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473E"/>
    <a:srgbClr val="313563"/>
    <a:srgbClr val="1E1C32"/>
    <a:srgbClr val="F3F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45"/>
    <p:restoredTop sz="94726"/>
  </p:normalViewPr>
  <p:slideViewPr>
    <p:cSldViewPr snapToGrid="0">
      <p:cViewPr varScale="1">
        <p:scale>
          <a:sx n="129" d="100"/>
          <a:sy n="129" d="100"/>
        </p:scale>
        <p:origin x="2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153CF-8580-D042-AF91-1F02FF3373C8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143000"/>
            <a:ext cx="2203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4DA597-02C4-9248-8BDB-3065F4A59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83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47539"/>
            <a:ext cx="3886200" cy="2228427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3361902"/>
            <a:ext cx="3429000" cy="1545378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1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85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595757"/>
            <a:ext cx="3943350" cy="266255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4283500"/>
            <a:ext cx="3943350" cy="140017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1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703917"/>
            <a:ext cx="19431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703917"/>
            <a:ext cx="19431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4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340785"/>
            <a:ext cx="394335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569085"/>
            <a:ext cx="1934170" cy="76898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2338070"/>
            <a:ext cx="1934170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569085"/>
            <a:ext cx="1943696" cy="76898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2338070"/>
            <a:ext cx="1943696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78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9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14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426720"/>
            <a:ext cx="1474589" cy="149352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921598"/>
            <a:ext cx="2314575" cy="454871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920240"/>
            <a:ext cx="1474589" cy="3557482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0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426720"/>
            <a:ext cx="1474589" cy="149352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921598"/>
            <a:ext cx="2314575" cy="4548717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920240"/>
            <a:ext cx="1474589" cy="3557482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17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4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340783"/>
            <a:ext cx="985838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340783"/>
            <a:ext cx="2900363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7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65000"/>
                <a:lumOff val="35000"/>
              </a:schemeClr>
            </a:gs>
            <a:gs pos="52000">
              <a:schemeClr val="tx1"/>
            </a:gs>
            <a:gs pos="83000">
              <a:schemeClr val="bg2">
                <a:lumMod val="90000"/>
              </a:schemeClr>
            </a:gs>
            <a:gs pos="100000">
              <a:schemeClr val="tx1"/>
            </a:gs>
          </a:gsLst>
          <a:lin ang="3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340785"/>
            <a:ext cx="394335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703917"/>
            <a:ext cx="394335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5932595"/>
            <a:ext cx="10287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5932595"/>
            <a:ext cx="154305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5932595"/>
            <a:ext cx="10287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97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35082-taiwan-flag-clipar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BE5710-B1B2-AFEB-66DC-68D6CB151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E49FB0F-F7B6-4A8F-5042-2AD91CAD3986}"/>
              </a:ext>
            </a:extLst>
          </p:cNvPr>
          <p:cNvSpPr/>
          <p:nvPr/>
        </p:nvSpPr>
        <p:spPr>
          <a:xfrm>
            <a:off x="-4" y="0"/>
            <a:ext cx="4572003" cy="6400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A red and blue flag with white sun on it&#10;&#10;Description automatically generated">
            <a:extLst>
              <a:ext uri="{FF2B5EF4-FFF2-40B4-BE49-F238E27FC236}">
                <a16:creationId xmlns:a16="http://schemas.microsoft.com/office/drawing/2014/main" id="{162E029F-3957-9B97-CE8C-FF2AA232A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33490" y="4926074"/>
            <a:ext cx="2538510" cy="1507383"/>
          </a:xfrm>
          <a:prstGeom prst="rect">
            <a:avLst/>
          </a:prstGeom>
        </p:spPr>
      </p:pic>
      <p:sp>
        <p:nvSpPr>
          <p:cNvPr id="47" name="Freeform 46">
            <a:extLst>
              <a:ext uri="{FF2B5EF4-FFF2-40B4-BE49-F238E27FC236}">
                <a16:creationId xmlns:a16="http://schemas.microsoft.com/office/drawing/2014/main" id="{B76C7E59-7F96-99BC-5E65-06DC25799C04}"/>
              </a:ext>
            </a:extLst>
          </p:cNvPr>
          <p:cNvSpPr>
            <a:spLocks noChangeAspect="1"/>
          </p:cNvSpPr>
          <p:nvPr/>
        </p:nvSpPr>
        <p:spPr>
          <a:xfrm>
            <a:off x="835615" y="1077685"/>
            <a:ext cx="2900765" cy="4245429"/>
          </a:xfrm>
          <a:custGeom>
            <a:avLst/>
            <a:gdLst>
              <a:gd name="connsiteX0" fmla="*/ 0 w 3190841"/>
              <a:gd name="connsiteY0" fmla="*/ 0 h 4669971"/>
              <a:gd name="connsiteX1" fmla="*/ 3190839 w 3190841"/>
              <a:gd name="connsiteY1" fmla="*/ 0 h 4669971"/>
              <a:gd name="connsiteX2" fmla="*/ 3190839 w 3190841"/>
              <a:gd name="connsiteY2" fmla="*/ 2893150 h 4669971"/>
              <a:gd name="connsiteX3" fmla="*/ 3190841 w 3190841"/>
              <a:gd name="connsiteY3" fmla="*/ 2893150 h 4669971"/>
              <a:gd name="connsiteX4" fmla="*/ 3190841 w 3190841"/>
              <a:gd name="connsiteY4" fmla="*/ 3411966 h 4669971"/>
              <a:gd name="connsiteX5" fmla="*/ 1595420 w 3190841"/>
              <a:gd name="connsiteY5" fmla="*/ 3576593 h 4669971"/>
              <a:gd name="connsiteX6" fmla="*/ 1595421 w 3190841"/>
              <a:gd name="connsiteY6" fmla="*/ 4353092 h 4669971"/>
              <a:gd name="connsiteX7" fmla="*/ 3190841 w 3190841"/>
              <a:gd name="connsiteY7" fmla="*/ 4188465 h 4669971"/>
              <a:gd name="connsiteX8" fmla="*/ 3190841 w 3190841"/>
              <a:gd name="connsiteY8" fmla="*/ 4314607 h 4669971"/>
              <a:gd name="connsiteX9" fmla="*/ 2 w 3190841"/>
              <a:gd name="connsiteY9" fmla="*/ 4669971 h 4669971"/>
              <a:gd name="connsiteX10" fmla="*/ 2 w 3190841"/>
              <a:gd name="connsiteY10" fmla="*/ 3083856 h 4669971"/>
              <a:gd name="connsiteX11" fmla="*/ 0 w 3190841"/>
              <a:gd name="connsiteY11" fmla="*/ 3083856 h 466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90841" h="4669971">
                <a:moveTo>
                  <a:pt x="0" y="0"/>
                </a:moveTo>
                <a:lnTo>
                  <a:pt x="3190839" y="0"/>
                </a:lnTo>
                <a:lnTo>
                  <a:pt x="3190839" y="2893150"/>
                </a:lnTo>
                <a:lnTo>
                  <a:pt x="3190841" y="2893150"/>
                </a:lnTo>
                <a:lnTo>
                  <a:pt x="3190841" y="3411966"/>
                </a:lnTo>
                <a:lnTo>
                  <a:pt x="1595420" y="3576593"/>
                </a:lnTo>
                <a:lnTo>
                  <a:pt x="1595421" y="4353092"/>
                </a:lnTo>
                <a:lnTo>
                  <a:pt x="3190841" y="4188465"/>
                </a:lnTo>
                <a:lnTo>
                  <a:pt x="3190841" y="4314607"/>
                </a:lnTo>
                <a:lnTo>
                  <a:pt x="2" y="4669971"/>
                </a:lnTo>
                <a:lnTo>
                  <a:pt x="2" y="3083856"/>
                </a:lnTo>
                <a:lnTo>
                  <a:pt x="0" y="3083856"/>
                </a:lnTo>
                <a:close/>
              </a:path>
            </a:pathLst>
          </a:custGeom>
          <a:solidFill>
            <a:schemeClr val="bg1">
              <a:alpha val="4000"/>
            </a:schemeClr>
          </a:solidFill>
          <a:ln w="0" cmpd="thickThin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667F6E91-7F7E-9DEF-3A72-CAC69FE7680F}"/>
              </a:ext>
            </a:extLst>
          </p:cNvPr>
          <p:cNvSpPr>
            <a:spLocks/>
          </p:cNvSpPr>
          <p:nvPr/>
        </p:nvSpPr>
        <p:spPr>
          <a:xfrm rot="21246520">
            <a:off x="2375074" y="4298187"/>
            <a:ext cx="3200400" cy="457200"/>
          </a:xfrm>
          <a:custGeom>
            <a:avLst/>
            <a:gdLst>
              <a:gd name="connsiteX0" fmla="*/ 5423470 w 5423470"/>
              <a:gd name="connsiteY0" fmla="*/ 0 h 772397"/>
              <a:gd name="connsiteX1" fmla="*/ 3840598 w 5423470"/>
              <a:gd name="connsiteY1" fmla="*/ 772397 h 772397"/>
              <a:gd name="connsiteX2" fmla="*/ 0 w 5423470"/>
              <a:gd name="connsiteY2" fmla="*/ 772397 h 772397"/>
              <a:gd name="connsiteX3" fmla="*/ 79701 w 5423470"/>
              <a:gd name="connsiteY3" fmla="*/ 0 h 772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3470" h="772397">
                <a:moveTo>
                  <a:pt x="5423470" y="0"/>
                </a:moveTo>
                <a:lnTo>
                  <a:pt x="3840598" y="772397"/>
                </a:lnTo>
                <a:lnTo>
                  <a:pt x="0" y="772397"/>
                </a:lnTo>
                <a:lnTo>
                  <a:pt x="79701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b="1" spc="300" dirty="0">
                <a:latin typeface="Marker Felt Wide" panose="02000400000000000000" pitchFamily="2" charset="77"/>
              </a:rPr>
              <a:t>  Jeremy Lin</a:t>
            </a:r>
          </a:p>
        </p:txBody>
      </p:sp>
      <p:sp>
        <p:nvSpPr>
          <p:cNvPr id="17" name="Horizontal Scroll 16">
            <a:extLst>
              <a:ext uri="{FF2B5EF4-FFF2-40B4-BE49-F238E27FC236}">
                <a16:creationId xmlns:a16="http://schemas.microsoft.com/office/drawing/2014/main" id="{2A096F85-51E5-F30D-5EB7-EBA634338AA8}"/>
              </a:ext>
            </a:extLst>
          </p:cNvPr>
          <p:cNvSpPr/>
          <p:nvPr/>
        </p:nvSpPr>
        <p:spPr>
          <a:xfrm>
            <a:off x="419095" y="5029198"/>
            <a:ext cx="1676401" cy="1153886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4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3ef5274-90b8-4b3f-8a76-b4c36a43e904}" enabled="1" method="Standard" siteId="{61e6eeb3-5fd7-4aaa-ae3c-61e8deb09b7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11772</TotalTime>
  <Words>3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Marker Felt Wide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Brigham Chen</dc:creator>
  <cp:lastModifiedBy>Brigham Chen</cp:lastModifiedBy>
  <cp:revision>109</cp:revision>
  <dcterms:created xsi:type="dcterms:W3CDTF">2024-11-20T19:15:19Z</dcterms:created>
  <dcterms:modified xsi:type="dcterms:W3CDTF">2026-08-30T01:55:48Z</dcterms:modified>
</cp:coreProperties>
</file>