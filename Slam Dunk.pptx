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59" r:id="rId3"/>
    <p:sldId id="265" r:id="rId4"/>
    <p:sldId id="261" r:id="rId5"/>
    <p:sldId id="266" r:id="rId6"/>
    <p:sldId id="262" r:id="rId7"/>
    <p:sldId id="267" r:id="rId8"/>
    <p:sldId id="263" r:id="rId9"/>
  </p:sldIdLst>
  <p:sldSz cx="4572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60"/>
    <p:restoredTop sz="94726"/>
  </p:normalViewPr>
  <p:slideViewPr>
    <p:cSldViewPr snapToGrid="0">
      <p:cViewPr varScale="1">
        <p:scale>
          <a:sx n="129" d="100"/>
          <a:sy n="129" d="100"/>
        </p:scale>
        <p:origin x="2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47539"/>
            <a:ext cx="3886200" cy="2228427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3361902"/>
            <a:ext cx="3429000" cy="1545378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2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1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595757"/>
            <a:ext cx="3943350" cy="266255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4283500"/>
            <a:ext cx="3943350" cy="140017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59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1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340785"/>
            <a:ext cx="394335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569085"/>
            <a:ext cx="1934170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2338070"/>
            <a:ext cx="193417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569085"/>
            <a:ext cx="1943696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2338070"/>
            <a:ext cx="1943696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67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6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0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921598"/>
            <a:ext cx="2314575" cy="454871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7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921598"/>
            <a:ext cx="2314575" cy="4548717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7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340783"/>
            <a:ext cx="98583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340783"/>
            <a:ext cx="2900363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1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340785"/>
            <a:ext cx="394335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703917"/>
            <a:ext cx="394335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EEED5-9DE8-8F4E-9970-B859B2C78CE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5932595"/>
            <a:ext cx="154305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52373-16BE-F14D-ABBA-7C8657CD5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3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5.png"/><Relationship Id="rId4" Type="http://schemas.microsoft.com/office/2007/relationships/hdphoto" Target="../media/hdphoto5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5" Type="http://schemas.openxmlformats.org/officeDocument/2006/relationships/image" Target="../media/image6.png"/><Relationship Id="rId4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microsoft.com/office/2007/relationships/hdphoto" Target="../media/hdphoto9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0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2.wdp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28454-44AD-0789-1985-D44D7A4C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CE309E-9455-7F04-D8B2-F80EF8B504E7}"/>
              </a:ext>
            </a:extLst>
          </p:cNvPr>
          <p:cNvGrpSpPr/>
          <p:nvPr/>
        </p:nvGrpSpPr>
        <p:grpSpPr>
          <a:xfrm>
            <a:off x="0" y="0"/>
            <a:ext cx="4494481" cy="6446327"/>
            <a:chOff x="0" y="0"/>
            <a:chExt cx="4494481" cy="644632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C9A5922-E021-E4F8-AC74-6B947CE88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 l="16431" t="7841" r="24135" b="30783"/>
            <a:stretch/>
          </p:blipFill>
          <p:spPr>
            <a:xfrm>
              <a:off x="77519" y="0"/>
              <a:ext cx="4416962" cy="644632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5EE38F-5365-0B48-3B6C-88C9DE4E5113}"/>
                </a:ext>
              </a:extLst>
            </p:cNvPr>
            <p:cNvSpPr/>
            <p:nvPr/>
          </p:nvSpPr>
          <p:spPr>
            <a:xfrm rot="16200000">
              <a:off x="-2838277" y="2916192"/>
              <a:ext cx="6322885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6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Sakuragi </a:t>
              </a:r>
              <a:r>
                <a:rPr lang="en-US" sz="3600" b="1" dirty="0" err="1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Hanamichi</a:t>
              </a:r>
              <a:r>
                <a:rPr lang="en-US" sz="36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r>
                <a:rPr lang="en-US" sz="3600" b="1" dirty="0" err="1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櫻木花道</a:t>
              </a:r>
              <a:endPara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E275960-8E64-5F86-7018-241EC63B0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688" b="97000" l="10000" r="94250">
                        <a14:foregroundMark x1="61063" y1="97000" x2="61063" y2="97000"/>
                        <a14:foregroundMark x1="51875" y1="9625" x2="51875" y2="9625"/>
                        <a14:foregroundMark x1="55875" y1="7875" x2="55875" y2="7875"/>
                        <a14:foregroundMark x1="91438" y1="80000" x2="91438" y2="80000"/>
                        <a14:foregroundMark x1="94250" y1="87313" x2="94250" y2="87313"/>
                        <a14:foregroundMark x1="93188" y1="91313" x2="93188" y2="91313"/>
                        <a14:foregroundMark x1="93313" y1="92375" x2="93313" y2="92375"/>
                        <a14:foregroundMark x1="49625" y1="78125" x2="48375" y2="83188"/>
                        <a14:foregroundMark x1="50688" y1="9625" x2="50250" y2="6375"/>
                        <a14:foregroundMark x1="56688" y1="9188" x2="48000" y2="6125"/>
                        <a14:foregroundMark x1="50813" y1="6563" x2="54000" y2="7875"/>
                        <a14:foregroundMark x1="57875" y1="10688" x2="51750" y2="6125"/>
                        <a14:foregroundMark x1="56938" y1="8250" x2="56938" y2="8250"/>
                        <a14:foregroundMark x1="46938" y1="7062" x2="46938" y2="7062"/>
                        <a14:foregroundMark x1="46500" y1="6938" x2="46500" y2="6938"/>
                        <a14:foregroundMark x1="49625" y1="5688" x2="49625" y2="5688"/>
                        <a14:foregroundMark x1="55813" y1="7125" x2="55813" y2="7125"/>
                        <a14:foregroundMark x1="56375" y1="7500" x2="56375" y2="7500"/>
                        <a14:foregroundMark x1="45688" y1="8000" x2="45688" y2="8000"/>
                        <a14:foregroundMark x1="45875" y1="7688" x2="45875" y2="7688"/>
                        <a14:foregroundMark x1="50563" y1="5813" x2="50563" y2="5813"/>
                        <a14:foregroundMark x1="53063" y1="5938" x2="53063" y2="5938"/>
                        <a14:foregroundMark x1="47375" y1="5813" x2="47375" y2="5813"/>
                        <a14:foregroundMark x1="48313" y1="5750" x2="48313" y2="5750"/>
                      </a14:backgroundRemoval>
                    </a14:imgEffect>
                  </a14:imgLayer>
                </a14:imgProps>
              </a:ext>
            </a:extLst>
          </a:blip>
          <a:srcRect l="19685"/>
          <a:stretch/>
        </p:blipFill>
        <p:spPr>
          <a:xfrm>
            <a:off x="723852" y="2827173"/>
            <a:ext cx="2906737" cy="3619154"/>
          </a:xfrm>
          <a:prstGeom prst="rect">
            <a:avLst/>
          </a:prstGeom>
          <a:effectLst>
            <a:glow rad="127000">
              <a:schemeClr val="bg1">
                <a:alpha val="40000"/>
              </a:schemeClr>
            </a:glow>
          </a:effectLst>
        </p:spPr>
      </p:pic>
      <p:sp>
        <p:nvSpPr>
          <p:cNvPr id="9" name="Snip Same Side Corner Rectangle 8">
            <a:extLst>
              <a:ext uri="{FF2B5EF4-FFF2-40B4-BE49-F238E27FC236}">
                <a16:creationId xmlns:a16="http://schemas.microsoft.com/office/drawing/2014/main" id="{70FE1CB8-3B9B-4B2F-7E8B-62EC2F45D21C}"/>
              </a:ext>
            </a:extLst>
          </p:cNvPr>
          <p:cNvSpPr/>
          <p:nvPr/>
        </p:nvSpPr>
        <p:spPr>
          <a:xfrm>
            <a:off x="2330246" y="5319252"/>
            <a:ext cx="2241754" cy="1081548"/>
          </a:xfrm>
          <a:prstGeom prst="snip2SameRect">
            <a:avLst>
              <a:gd name="adj1" fmla="val 9394"/>
              <a:gd name="adj2" fmla="val 0"/>
            </a:avLst>
          </a:prstGeom>
          <a:gradFill>
            <a:gsLst>
              <a:gs pos="0">
                <a:schemeClr val="bg2">
                  <a:lumMod val="25000"/>
                </a:schemeClr>
              </a:gs>
              <a:gs pos="48000">
                <a:schemeClr val="tx1">
                  <a:alpha val="63899"/>
                </a:schemeClr>
              </a:gs>
              <a:gs pos="83000">
                <a:schemeClr val="bg2">
                  <a:lumMod val="25000"/>
                </a:schemeClr>
              </a:gs>
              <a:gs pos="100000">
                <a:schemeClr val="tx1"/>
              </a:gs>
            </a:gsLst>
            <a:lin ang="3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Josh Hart</a:t>
            </a:r>
          </a:p>
          <a:p>
            <a:pPr algn="ctr"/>
            <a:r>
              <a:rPr lang="en-US" sz="1600" dirty="0"/>
              <a:t>New York Knicks G</a:t>
            </a:r>
          </a:p>
        </p:txBody>
      </p:sp>
    </p:spTree>
    <p:extLst>
      <p:ext uri="{BB962C8B-B14F-4D97-AF65-F5344CB8AC3E}">
        <p14:creationId xmlns:p14="http://schemas.microsoft.com/office/powerpoint/2010/main" val="310031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8076-6A9B-5C53-6AC2-91F4CCED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357B08-3E62-B3C7-A43F-6D0EA487E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6431" t="7841" r="24135" b="30783"/>
          <a:stretch/>
        </p:blipFill>
        <p:spPr>
          <a:xfrm>
            <a:off x="77519" y="0"/>
            <a:ext cx="4416962" cy="64463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BC4AD0-50B9-350F-2AA3-E1AA9425EB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714" l="10000" r="90000">
                        <a14:foregroundMark x1="48286" y1="27143" x2="48286" y2="27143"/>
                        <a14:foregroundMark x1="50929" y1="36571" x2="50929" y2="36571"/>
                        <a14:foregroundMark x1="60500" y1="25857" x2="60500" y2="25857"/>
                        <a14:foregroundMark x1="61000" y1="26500" x2="60143" y2="22286"/>
                        <a14:foregroundMark x1="57429" y1="20500" x2="53786" y2="20643"/>
                        <a14:foregroundMark x1="62929" y1="31214" x2="61786" y2="33000"/>
                        <a14:foregroundMark x1="62786" y1="31714" x2="62786" y2="31714"/>
                        <a14:foregroundMark x1="62143" y1="33357" x2="62786" y2="30929"/>
                        <a14:foregroundMark x1="61429" y1="33357" x2="60786" y2="35929"/>
                        <a14:foregroundMark x1="61429" y1="35143" x2="61429" y2="35143"/>
                        <a14:foregroundMark x1="54143" y1="92714" x2="54143" y2="92714"/>
                        <a14:foregroundMark x1="50214" y1="96929" x2="50214" y2="96929"/>
                        <a14:foregroundMark x1="33500" y1="96286" x2="33500" y2="96286"/>
                        <a14:foregroundMark x1="34143" y1="93500" x2="34143" y2="93500"/>
                        <a14:foregroundMark x1="36714" y1="89786" x2="36714" y2="89786"/>
                        <a14:foregroundMark x1="42143" y1="87286" x2="37214" y2="90214"/>
                        <a14:foregroundMark x1="32500" y1="97071" x2="32500" y2="97071"/>
                        <a14:foregroundMark x1="15643" y1="97714" x2="15643" y2="97714"/>
                        <a14:backgroundMark x1="16071" y1="98857" x2="16071" y2="98857"/>
                        <a14:backgroundMark x1="24357" y1="96714" x2="27000" y2="922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2824214"/>
            <a:ext cx="3599350" cy="359935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CA9F9C-D2D3-921A-5617-4D4F5F150E69}"/>
              </a:ext>
            </a:extLst>
          </p:cNvPr>
          <p:cNvSpPr/>
          <p:nvPr/>
        </p:nvSpPr>
        <p:spPr>
          <a:xfrm rot="16200000">
            <a:off x="-2838277" y="2916192"/>
            <a:ext cx="63228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Sakuragi </a:t>
            </a:r>
            <a:r>
              <a:rPr lang="en-US" sz="36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Hanamichi</a:t>
            </a:r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36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櫻木花道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Snip Same Side Corner Rectangle 2">
            <a:extLst>
              <a:ext uri="{FF2B5EF4-FFF2-40B4-BE49-F238E27FC236}">
                <a16:creationId xmlns:a16="http://schemas.microsoft.com/office/drawing/2014/main" id="{EAEC3531-12BC-AD93-01CD-290FF928F335}"/>
              </a:ext>
            </a:extLst>
          </p:cNvPr>
          <p:cNvSpPr/>
          <p:nvPr/>
        </p:nvSpPr>
        <p:spPr>
          <a:xfrm>
            <a:off x="2330246" y="5319252"/>
            <a:ext cx="2241754" cy="1081548"/>
          </a:xfrm>
          <a:prstGeom prst="snip2SameRect">
            <a:avLst>
              <a:gd name="adj1" fmla="val 9394"/>
              <a:gd name="adj2" fmla="val 0"/>
            </a:avLst>
          </a:prstGeom>
          <a:gradFill>
            <a:gsLst>
              <a:gs pos="0">
                <a:schemeClr val="bg2">
                  <a:lumMod val="25000"/>
                </a:schemeClr>
              </a:gs>
              <a:gs pos="48000">
                <a:schemeClr val="tx1">
                  <a:alpha val="63899"/>
                </a:schemeClr>
              </a:gs>
              <a:gs pos="83000">
                <a:schemeClr val="bg2">
                  <a:lumMod val="25000"/>
                </a:schemeClr>
              </a:gs>
              <a:gs pos="100000">
                <a:schemeClr val="tx1"/>
              </a:gs>
            </a:gsLst>
            <a:lin ang="3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Josh Hart</a:t>
            </a:r>
          </a:p>
          <a:p>
            <a:r>
              <a:rPr lang="en-US" sz="1600" dirty="0"/>
              <a:t>    Villanova G</a:t>
            </a:r>
          </a:p>
        </p:txBody>
      </p:sp>
    </p:spTree>
    <p:extLst>
      <p:ext uri="{BB962C8B-B14F-4D97-AF65-F5344CB8AC3E}">
        <p14:creationId xmlns:p14="http://schemas.microsoft.com/office/powerpoint/2010/main" val="3038990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DCF6B-06F7-55EC-71C4-29BB3076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4BAA2-C11D-5556-8CE4-035F272A8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5876" b="30782"/>
          <a:stretch/>
        </p:blipFill>
        <p:spPr>
          <a:xfrm>
            <a:off x="-401483" y="-558800"/>
            <a:ext cx="5718753" cy="695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9615DC-F2E0-0778-6BCF-E721CDAD0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34465" r="1733" b="30782"/>
          <a:stretch/>
        </p:blipFill>
        <p:spPr>
          <a:xfrm>
            <a:off x="-401483" y="2906575"/>
            <a:ext cx="6680200" cy="3494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EEA561-B985-5DEF-D5DB-FCC772D28D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14" b="99591" l="10000" r="90000">
                        <a14:foregroundMark x1="50256" y1="13461" x2="50256" y2="13461"/>
                        <a14:foregroundMark x1="52046" y1="13643" x2="52046" y2="13643"/>
                        <a14:foregroundMark x1="46803" y1="87221" x2="46803" y2="87221"/>
                        <a14:foregroundMark x1="47621" y1="86403" x2="47621" y2="91633"/>
                        <a14:foregroundMark x1="47161" y1="95498" x2="47161" y2="98772"/>
                        <a14:foregroundMark x1="44783" y1="53251" x2="44246" y2="61846"/>
                        <a14:foregroundMark x1="41023" y1="99409" x2="41023" y2="99409"/>
                        <a14:foregroundMark x1="46240" y1="99591" x2="46240" y2="99591"/>
                        <a14:foregroundMark x1="52199" y1="14234" x2="52199" y2="14234"/>
                        <a14:foregroundMark x1="52276" y1="13734" x2="52276" y2="13734"/>
                        <a14:foregroundMark x1="52583" y1="13915" x2="52583" y2="13915"/>
                        <a14:foregroundMark x1="52788" y1="14370" x2="52788" y2="14370"/>
                        <a14:foregroundMark x1="52992" y1="14870" x2="52992" y2="14870"/>
                        <a14:foregroundMark x1="53095" y1="15416" x2="53095" y2="15416"/>
                        <a14:foregroundMark x1="52481" y1="24511" x2="52481" y2="24511"/>
                        <a14:foregroundMark x1="52992" y1="22692" x2="52992" y2="22692"/>
                        <a14:foregroundMark x1="53095" y1="22237" x2="53095" y2="22237"/>
                        <a14:backgroundMark x1="59079" y1="59254" x2="59079" y2="59254"/>
                      </a14:backgroundRemoval>
                    </a14:imgEffect>
                  </a14:imgLayer>
                </a14:imgProps>
              </a:ext>
            </a:extLst>
          </a:blip>
          <a:srcRect l="33164" r="37986"/>
          <a:stretch/>
        </p:blipFill>
        <p:spPr>
          <a:xfrm>
            <a:off x="2198927" y="2061219"/>
            <a:ext cx="2550054" cy="4968845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3E8BE5-2D8A-7BA9-67E2-95CB8346471C}"/>
              </a:ext>
            </a:extLst>
          </p:cNvPr>
          <p:cNvSpPr/>
          <p:nvPr/>
        </p:nvSpPr>
        <p:spPr>
          <a:xfrm rot="16200000">
            <a:off x="-2045913" y="2597834"/>
            <a:ext cx="473815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Rukawa</a:t>
            </a:r>
            <a:r>
              <a: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Kaede </a:t>
            </a:r>
            <a:r>
              <a:rPr lang="en-US" sz="36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流川楓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Snip Same Side Corner Rectangle 2">
            <a:extLst>
              <a:ext uri="{FF2B5EF4-FFF2-40B4-BE49-F238E27FC236}">
                <a16:creationId xmlns:a16="http://schemas.microsoft.com/office/drawing/2014/main" id="{CD7B1D3F-8562-E8B4-03B8-A0A39E7135D2}"/>
              </a:ext>
            </a:extLst>
          </p:cNvPr>
          <p:cNvSpPr/>
          <p:nvPr/>
        </p:nvSpPr>
        <p:spPr>
          <a:xfrm>
            <a:off x="696863" y="5319252"/>
            <a:ext cx="2241754" cy="1081548"/>
          </a:xfrm>
          <a:prstGeom prst="snip2SameRect">
            <a:avLst>
              <a:gd name="adj1" fmla="val 9394"/>
              <a:gd name="adj2" fmla="val 0"/>
            </a:avLst>
          </a:prstGeom>
          <a:gradFill>
            <a:gsLst>
              <a:gs pos="0">
                <a:schemeClr val="bg2">
                  <a:lumMod val="25000"/>
                </a:schemeClr>
              </a:gs>
              <a:gs pos="48000">
                <a:schemeClr val="tx1">
                  <a:alpha val="63899"/>
                </a:schemeClr>
              </a:gs>
              <a:gs pos="83000">
                <a:schemeClr val="bg2">
                  <a:lumMod val="25000"/>
                </a:schemeClr>
              </a:gs>
              <a:gs pos="100000">
                <a:schemeClr val="tx1"/>
              </a:gs>
            </a:gsLst>
            <a:lin ang="3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Mikal Bridges</a:t>
            </a:r>
          </a:p>
          <a:p>
            <a:pPr algn="ctr"/>
            <a:r>
              <a:rPr lang="en-US" sz="1600" dirty="0"/>
              <a:t>New York Knicks F/G</a:t>
            </a:r>
          </a:p>
        </p:txBody>
      </p:sp>
    </p:spTree>
    <p:extLst>
      <p:ext uri="{BB962C8B-B14F-4D97-AF65-F5344CB8AC3E}">
        <p14:creationId xmlns:p14="http://schemas.microsoft.com/office/powerpoint/2010/main" val="114029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A289C-924E-005B-7068-EE31A01B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FA3012-FCF7-5AAD-6F4F-812ED260E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5876" b="30782"/>
          <a:stretch/>
        </p:blipFill>
        <p:spPr>
          <a:xfrm>
            <a:off x="-401483" y="-558800"/>
            <a:ext cx="5718753" cy="6959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6AD42E-C972-527E-1FFD-8C045A7F6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34465" r="1733" b="30782"/>
          <a:stretch/>
        </p:blipFill>
        <p:spPr>
          <a:xfrm>
            <a:off x="-401483" y="2906575"/>
            <a:ext cx="6680200" cy="34942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08C5F3-647B-9894-DFCB-6EF92C5DF0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23" l="45167" r="77667">
                        <a14:foregroundMark x1="45167" y1="49758" x2="45167" y2="49758"/>
                        <a14:foregroundMark x1="57917" y1="41034" x2="68917" y2="39095"/>
                        <a14:foregroundMark x1="68917" y1="39095" x2="70167" y2="39257"/>
                        <a14:foregroundMark x1="65917" y1="42488" x2="65917" y2="42488"/>
                        <a14:foregroundMark x1="64000" y1="42326" x2="64000" y2="42326"/>
                        <a14:foregroundMark x1="66833" y1="43134" x2="66833" y2="43134"/>
                        <a14:foregroundMark x1="68917" y1="42973" x2="68917" y2="42973"/>
                        <a14:foregroundMark x1="69250" y1="42973" x2="67417" y2="43134"/>
                        <a14:foregroundMark x1="61917" y1="53796" x2="61250" y2="43942"/>
                        <a14:foregroundMark x1="65583" y1="48465" x2="64000" y2="56220"/>
                        <a14:foregroundMark x1="77000" y1="63489" x2="77000" y2="63489"/>
                        <a14:foregroundMark x1="77000" y1="58966" x2="77000" y2="58966"/>
                        <a14:foregroundMark x1="77667" y1="62197" x2="77667" y2="62197"/>
                        <a14:foregroundMark x1="67583" y1="90468" x2="67583" y2="90468"/>
                        <a14:foregroundMark x1="65750" y1="91599" x2="65750" y2="91599"/>
                        <a14:foregroundMark x1="65917" y1="96123" x2="65917" y2="96123"/>
                        <a14:foregroundMark x1="70500" y1="95477" x2="70500" y2="95477"/>
                        <a14:foregroundMark x1="70500" y1="95477" x2="70500" y2="92730"/>
                        <a14:foregroundMark x1="71750" y1="96446" x2="71750" y2="97900"/>
                        <a14:foregroundMark x1="65833" y1="98384" x2="65833" y2="98384"/>
                        <a14:foregroundMark x1="57333" y1="98546" x2="57333" y2="98546"/>
                        <a14:foregroundMark x1="49500" y1="85460" x2="49917" y2="70113"/>
                        <a14:foregroundMark x1="49167" y1="75444" x2="49167" y2="75444"/>
                        <a14:foregroundMark x1="49167" y1="80452" x2="49167" y2="80452"/>
                        <a14:foregroundMark x1="49167" y1="83522" x2="49167" y2="83522"/>
                        <a14:foregroundMark x1="49167" y1="86268" x2="49167" y2="86268"/>
                        <a14:foregroundMark x1="48833" y1="68982" x2="48833" y2="68982"/>
                        <a14:foregroundMark x1="66000" y1="28110" x2="65750" y2="11632"/>
                        <a14:foregroundMark x1="67000" y1="4685" x2="67000" y2="4685"/>
                        <a14:foregroundMark x1="63500" y1="2100" x2="63500" y2="2100"/>
                        <a14:foregroundMark x1="62667" y1="3393" x2="62667" y2="3393"/>
                        <a14:foregroundMark x1="62250" y1="4685" x2="62250" y2="4685"/>
                        <a14:foregroundMark x1="68804" y1="6139" x2="66667" y2="1777"/>
                        <a14:foregroundMark x1="69833" y1="8239" x2="68804" y2="6139"/>
                        <a14:foregroundMark x1="68333" y1="3554" x2="70167" y2="6139"/>
                        <a14:foregroundMark x1="65667" y1="1777" x2="63250" y2="2423"/>
                        <a14:foregroundMark x1="66833" y1="808" x2="66833" y2="808"/>
                        <a14:foregroundMark x1="66167" y1="808" x2="66167" y2="808"/>
                        <a14:foregroundMark x1="66000" y1="485" x2="66000" y2="485"/>
                        <a14:foregroundMark x1="65500" y1="485" x2="65500" y2="485"/>
                        <a14:foregroundMark x1="66167" y1="485" x2="66167" y2="485"/>
                        <a14:foregroundMark x1="66167" y1="485" x2="64667" y2="646"/>
                        <a14:foregroundMark x1="68000" y1="1131" x2="65917" y2="0"/>
                        <a14:foregroundMark x1="48583" y1="67205" x2="48583" y2="67205"/>
                        <a14:foregroundMark x1="62000" y1="15509" x2="62000" y2="15509"/>
                        <a14:backgroundMark x1="70250" y1="6139" x2="70250" y2="6139"/>
                        <a14:backgroundMark x1="67917" y1="162" x2="67917" y2="162"/>
                        <a14:backgroundMark x1="67750" y1="162" x2="67750" y2="162"/>
                        <a14:backgroundMark x1="67500" y1="0" x2="67500" y2="0"/>
                        <a14:backgroundMark x1="64500" y1="162" x2="64500" y2="162"/>
                      </a14:backgroundRemoval>
                    </a14:imgEffect>
                  </a14:imgLayer>
                </a14:imgProps>
              </a:ext>
            </a:extLst>
          </a:blip>
          <a:srcRect l="42574" r="19862"/>
          <a:stretch/>
        </p:blipFill>
        <p:spPr>
          <a:xfrm>
            <a:off x="2075503" y="3200400"/>
            <a:ext cx="2334342" cy="32004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803029-3733-F639-B3C6-35857687FB8B}"/>
              </a:ext>
            </a:extLst>
          </p:cNvPr>
          <p:cNvSpPr/>
          <p:nvPr/>
        </p:nvSpPr>
        <p:spPr>
          <a:xfrm rot="16200000">
            <a:off x="-2045913" y="2597834"/>
            <a:ext cx="473815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Rukawa</a:t>
            </a:r>
            <a:r>
              <a: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Kaede </a:t>
            </a:r>
            <a:r>
              <a:rPr lang="en-US" sz="36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流川楓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Snip Same Side Corner Rectangle 5">
            <a:extLst>
              <a:ext uri="{FF2B5EF4-FFF2-40B4-BE49-F238E27FC236}">
                <a16:creationId xmlns:a16="http://schemas.microsoft.com/office/drawing/2014/main" id="{ADDC51E0-D83C-8768-C80A-25080E90964B}"/>
              </a:ext>
            </a:extLst>
          </p:cNvPr>
          <p:cNvSpPr/>
          <p:nvPr/>
        </p:nvSpPr>
        <p:spPr>
          <a:xfrm>
            <a:off x="696863" y="5319252"/>
            <a:ext cx="2241754" cy="1081548"/>
          </a:xfrm>
          <a:prstGeom prst="snip2SameRect">
            <a:avLst>
              <a:gd name="adj1" fmla="val 9394"/>
              <a:gd name="adj2" fmla="val 0"/>
            </a:avLst>
          </a:prstGeom>
          <a:gradFill>
            <a:gsLst>
              <a:gs pos="0">
                <a:schemeClr val="bg2">
                  <a:lumMod val="25000"/>
                </a:schemeClr>
              </a:gs>
              <a:gs pos="48000">
                <a:schemeClr val="tx1">
                  <a:alpha val="63899"/>
                </a:schemeClr>
              </a:gs>
              <a:gs pos="83000">
                <a:schemeClr val="bg2">
                  <a:lumMod val="25000"/>
                </a:schemeClr>
              </a:gs>
              <a:gs pos="100000">
                <a:schemeClr val="tx1"/>
              </a:gs>
            </a:gsLst>
            <a:lin ang="3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Mikal Bridges</a:t>
            </a:r>
          </a:p>
          <a:p>
            <a:r>
              <a:rPr lang="en-US" sz="1600" dirty="0"/>
              <a:t>   Villanova F/G</a:t>
            </a:r>
          </a:p>
        </p:txBody>
      </p:sp>
    </p:spTree>
    <p:extLst>
      <p:ext uri="{BB962C8B-B14F-4D97-AF65-F5344CB8AC3E}">
        <p14:creationId xmlns:p14="http://schemas.microsoft.com/office/powerpoint/2010/main" val="2916109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F932-47AD-4C03-DC70-A31081C15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2F56F40-A5DA-E961-C789-17DB232FD7C0}"/>
              </a:ext>
            </a:extLst>
          </p:cNvPr>
          <p:cNvGrpSpPr/>
          <p:nvPr/>
        </p:nvGrpSpPr>
        <p:grpSpPr>
          <a:xfrm>
            <a:off x="-32652" y="0"/>
            <a:ext cx="4637102" cy="6400799"/>
            <a:chOff x="-32652" y="0"/>
            <a:chExt cx="4637102" cy="640079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AF0AD3C-0A6F-BEA6-65D7-5FE4FA226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 l="19822" t="8671" r="13616" b="30462"/>
            <a:stretch/>
          </p:blipFill>
          <p:spPr>
            <a:xfrm>
              <a:off x="1" y="501444"/>
              <a:ext cx="4571796" cy="58993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CE0D2EF-1FE9-E6AB-6B85-8C954777404E}"/>
                </a:ext>
              </a:extLst>
            </p:cNvPr>
            <p:cNvSpPr/>
            <p:nvPr/>
          </p:nvSpPr>
          <p:spPr>
            <a:xfrm>
              <a:off x="-32652" y="0"/>
              <a:ext cx="4637102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6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Hisashi Mitsui </a:t>
              </a:r>
              <a:r>
                <a:rPr lang="en-US" sz="3600" b="1" cap="none" spc="0" dirty="0" err="1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三井壽</a:t>
              </a:r>
              <a:endPara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2DAE647-80F8-5284-F7C2-538FED65E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83" b="99500" l="10000" r="90000">
                        <a14:foregroundMark x1="30750" y1="87667" x2="31083" y2="82583"/>
                        <a14:foregroundMark x1="27500" y1="95250" x2="27500" y2="95250"/>
                        <a14:foregroundMark x1="27500" y1="99500" x2="27500" y2="99500"/>
                        <a14:foregroundMark x1="67667" y1="99250" x2="67667" y2="99250"/>
                        <a14:foregroundMark x1="49333" y1="8583" x2="49333" y2="8583"/>
                        <a14:foregroundMark x1="50500" y1="5750" x2="50500" y2="5750"/>
                        <a14:foregroundMark x1="42917" y1="29917" x2="42917" y2="29917"/>
                        <a14:foregroundMark x1="44583" y1="4667" x2="44583" y2="4667"/>
                        <a14:foregroundMark x1="45833" y1="3583" x2="45833" y2="3583"/>
                        <a14:foregroundMark x1="61000" y1="25000" x2="61000" y2="25000"/>
                        <a14:foregroundMark x1="61333" y1="25000" x2="61333" y2="25000"/>
                        <a14:foregroundMark x1="62250" y1="25250" x2="62250" y2="25250"/>
                        <a14:foregroundMark x1="62167" y1="24917" x2="62167" y2="24917"/>
                        <a14:foregroundMark x1="62500" y1="25000" x2="62500" y2="25000"/>
                        <a14:foregroundMark x1="62917" y1="25000" x2="62917" y2="25000"/>
                        <a14:foregroundMark x1="63000" y1="25250" x2="63000" y2="25250"/>
                        <a14:foregroundMark x1="52000" y1="2583" x2="52000" y2="2583"/>
                        <a14:foregroundMark x1="41000" y1="53333" x2="41000" y2="53333"/>
                        <a14:foregroundMark x1="31250" y1="88250" x2="31333" y2="84250"/>
                        <a14:foregroundMark x1="32167" y1="86833" x2="32167" y2="86833"/>
                        <a14:foregroundMark x1="32667" y1="86167" x2="32667" y2="86167"/>
                        <a14:foregroundMark x1="31917" y1="85500" x2="31917" y2="85500"/>
                        <a14:foregroundMark x1="31583" y1="85000" x2="31583" y2="85000"/>
                        <a14:foregroundMark x1="32000" y1="84917" x2="32000" y2="84917"/>
                        <a14:foregroundMark x1="32000" y1="84917" x2="33417" y2="81583"/>
                        <a14:foregroundMark x1="65500" y1="26417" x2="65500" y2="26417"/>
                        <a14:foregroundMark x1="57417" y1="14667" x2="57417" y2="14667"/>
                        <a14:backgroundMark x1="43250" y1="65417" x2="43250" y2="65417"/>
                        <a14:backgroundMark x1="43833" y1="69500" x2="43833" y2="65000"/>
                        <a14:backgroundMark x1="43250" y1="60917" x2="43250" y2="60167"/>
                      </a14:backgroundRemoval>
                    </a14:imgEffect>
                  </a14:imgLayer>
                </a14:imgProps>
              </a:ext>
            </a:extLst>
          </a:blip>
          <a:srcRect l="15673" r="20790"/>
          <a:stretch/>
        </p:blipFill>
        <p:spPr>
          <a:xfrm>
            <a:off x="2001626" y="2546554"/>
            <a:ext cx="2448845" cy="3854245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7" name="Snip Same Side Corner Rectangle 6">
            <a:extLst>
              <a:ext uri="{FF2B5EF4-FFF2-40B4-BE49-F238E27FC236}">
                <a16:creationId xmlns:a16="http://schemas.microsoft.com/office/drawing/2014/main" id="{66FA27FB-8D02-45E7-84E8-E56CAF665D09}"/>
              </a:ext>
            </a:extLst>
          </p:cNvPr>
          <p:cNvSpPr/>
          <p:nvPr/>
        </p:nvSpPr>
        <p:spPr>
          <a:xfrm>
            <a:off x="-1" y="5319252"/>
            <a:ext cx="2664543" cy="1081548"/>
          </a:xfrm>
          <a:prstGeom prst="snip2SameRect">
            <a:avLst>
              <a:gd name="adj1" fmla="val 9394"/>
              <a:gd name="adj2" fmla="val 0"/>
            </a:avLst>
          </a:prstGeom>
          <a:gradFill>
            <a:gsLst>
              <a:gs pos="0">
                <a:schemeClr val="bg2">
                  <a:lumMod val="25000"/>
                </a:schemeClr>
              </a:gs>
              <a:gs pos="48000">
                <a:schemeClr val="tx1">
                  <a:alpha val="63899"/>
                </a:schemeClr>
              </a:gs>
              <a:gs pos="83000">
                <a:schemeClr val="bg2">
                  <a:lumMod val="25000"/>
                </a:schemeClr>
              </a:gs>
              <a:gs pos="100000">
                <a:schemeClr val="tx1"/>
              </a:gs>
            </a:gsLst>
            <a:lin ang="3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Donte DiVincenzo</a:t>
            </a:r>
          </a:p>
          <a:p>
            <a:pPr algn="ctr"/>
            <a:r>
              <a:rPr lang="en-US" sz="1600" dirty="0"/>
              <a:t>New York Knicks G</a:t>
            </a:r>
          </a:p>
        </p:txBody>
      </p:sp>
    </p:spTree>
    <p:extLst>
      <p:ext uri="{BB962C8B-B14F-4D97-AF65-F5344CB8AC3E}">
        <p14:creationId xmlns:p14="http://schemas.microsoft.com/office/powerpoint/2010/main" val="322897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E4DA-AAE1-B148-EDD2-50D2A203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C36766-7131-E8D0-1072-1D230E1F9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9822" t="8671" r="13616" b="30462"/>
          <a:stretch/>
        </p:blipFill>
        <p:spPr>
          <a:xfrm>
            <a:off x="1" y="501444"/>
            <a:ext cx="4571796" cy="58993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6D7C65-5791-E5BF-4100-86DC0EE16F4C}"/>
              </a:ext>
            </a:extLst>
          </p:cNvPr>
          <p:cNvSpPr/>
          <p:nvPr/>
        </p:nvSpPr>
        <p:spPr>
          <a:xfrm>
            <a:off x="-32652" y="0"/>
            <a:ext cx="463710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Hisashi Mitsui </a:t>
            </a:r>
            <a:r>
              <a:rPr lang="en-US" sz="36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三井壽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AD0CD0-0D16-9FD6-F1BF-9BE9D7316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04" b="99879" l="9995" r="89897">
                        <a14:foregroundMark x1="50027" y1="8580" x2="50027" y2="8580"/>
                        <a14:foregroundMark x1="49104" y1="5544" x2="49104" y2="5544"/>
                        <a14:foregroundMark x1="62955" y1="28693" x2="62955" y2="28693"/>
                        <a14:foregroundMark x1="62520" y1="26184" x2="62520" y2="30919"/>
                        <a14:foregroundMark x1="42477" y1="45083" x2="54590" y2="45285"/>
                        <a14:foregroundMark x1="54590" y1="45285" x2="66160" y2="41198"/>
                        <a14:foregroundMark x1="57740" y1="41400" x2="49321" y2="41562"/>
                        <a14:foregroundMark x1="38620" y1="37677" x2="32754" y2="37151"/>
                        <a14:foregroundMark x1="56382" y1="48321" x2="56382" y2="48321"/>
                        <a14:foregroundMark x1="45899" y1="48321" x2="47746" y2="48644"/>
                        <a14:foregroundMark x1="48886" y1="48644" x2="48886" y2="54391"/>
                        <a14:foregroundMark x1="60022" y1="45447" x2="60022" y2="53217"/>
                        <a14:foregroundMark x1="71374" y1="31566" x2="56817" y2="32942"/>
                        <a14:foregroundMark x1="72732" y1="31566" x2="69799" y2="34439"/>
                        <a14:foregroundMark x1="70668" y1="36301" x2="70668" y2="36301"/>
                        <a14:foregroundMark x1="71157" y1="36301" x2="71157" y2="36301"/>
                        <a14:foregroundMark x1="59750" y1="47633" x2="52743" y2="49332"/>
                        <a14:foregroundMark x1="27702" y1="64185" x2="27702" y2="64185"/>
                        <a14:foregroundMark x1="22705" y1="61837" x2="37262" y2="63861"/>
                        <a14:foregroundMark x1="49104" y1="81951" x2="46116" y2="99879"/>
                        <a14:foregroundMark x1="41825" y1="45285" x2="43183" y2="43424"/>
                        <a14:foregroundMark x1="50679" y1="9591" x2="50679" y2="9591"/>
                        <a14:foregroundMark x1="53884" y1="10441" x2="46822" y2="7730"/>
                        <a14:foregroundMark x1="38186" y1="10805" x2="38186" y2="10805"/>
                        <a14:foregroundMark x1="37998" y1="11615" x2="38186" y2="16714"/>
                        <a14:foregroundMark x1="37968" y1="10805" x2="37998" y2="11615"/>
                        <a14:backgroundMark x1="37262" y1="11615" x2="37262" y2="11615"/>
                        <a14:backgroundMark x1="37045" y1="11979" x2="37045" y2="11979"/>
                        <a14:backgroundMark x1="36991" y1="11858" x2="36991" y2="11858"/>
                        <a14:backgroundMark x1="36013" y1="11655" x2="37317" y2="11291"/>
                        <a14:backgroundMark x1="67137" y1="54027" x2="67137" y2="540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0991" y="2241755"/>
            <a:ext cx="3092983" cy="4159045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7" name="Snip Same Side Corner Rectangle 6">
            <a:extLst>
              <a:ext uri="{FF2B5EF4-FFF2-40B4-BE49-F238E27FC236}">
                <a16:creationId xmlns:a16="http://schemas.microsoft.com/office/drawing/2014/main" id="{7A278B80-44B6-56B9-1405-4E1F8ABE958F}"/>
              </a:ext>
            </a:extLst>
          </p:cNvPr>
          <p:cNvSpPr/>
          <p:nvPr/>
        </p:nvSpPr>
        <p:spPr>
          <a:xfrm>
            <a:off x="-1" y="5319252"/>
            <a:ext cx="2664543" cy="1081548"/>
          </a:xfrm>
          <a:prstGeom prst="snip2SameRect">
            <a:avLst>
              <a:gd name="adj1" fmla="val 9394"/>
              <a:gd name="adj2" fmla="val 0"/>
            </a:avLst>
          </a:prstGeom>
          <a:gradFill>
            <a:gsLst>
              <a:gs pos="0">
                <a:schemeClr val="bg2">
                  <a:lumMod val="25000"/>
                </a:schemeClr>
              </a:gs>
              <a:gs pos="48000">
                <a:schemeClr val="tx1">
                  <a:alpha val="63899"/>
                </a:schemeClr>
              </a:gs>
              <a:gs pos="83000">
                <a:schemeClr val="bg2">
                  <a:lumMod val="25000"/>
                </a:schemeClr>
              </a:gs>
              <a:gs pos="100000">
                <a:schemeClr val="tx1"/>
              </a:gs>
            </a:gsLst>
            <a:lin ang="3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Donte DiVincenzo</a:t>
            </a:r>
          </a:p>
          <a:p>
            <a:pPr algn="ctr"/>
            <a:r>
              <a:rPr lang="en-US" sz="1600" dirty="0"/>
              <a:t>New York Knicks G</a:t>
            </a:r>
          </a:p>
        </p:txBody>
      </p:sp>
    </p:spTree>
    <p:extLst>
      <p:ext uri="{BB962C8B-B14F-4D97-AF65-F5344CB8AC3E}">
        <p14:creationId xmlns:p14="http://schemas.microsoft.com/office/powerpoint/2010/main" val="700691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A467-C26E-D8CD-8A83-89BAEBED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12E0016-1AA8-D2B6-E2F9-F1F7C113BDAE}"/>
              </a:ext>
            </a:extLst>
          </p:cNvPr>
          <p:cNvGrpSpPr/>
          <p:nvPr/>
        </p:nvGrpSpPr>
        <p:grpSpPr>
          <a:xfrm>
            <a:off x="-92859" y="0"/>
            <a:ext cx="4757521" cy="6400800"/>
            <a:chOff x="-92859" y="0"/>
            <a:chExt cx="4757521" cy="64008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AC5D09-B2EE-5235-DF39-D92AF2B18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 l="17401" t="9482" r="17232" b="31262"/>
            <a:stretch/>
          </p:blipFill>
          <p:spPr>
            <a:xfrm>
              <a:off x="0" y="552426"/>
              <a:ext cx="4572000" cy="584837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24B031-A7CF-22ED-0075-A90DAF04E2EE}"/>
                </a:ext>
              </a:extLst>
            </p:cNvPr>
            <p:cNvSpPr/>
            <p:nvPr/>
          </p:nvSpPr>
          <p:spPr>
            <a:xfrm>
              <a:off x="-92859" y="0"/>
              <a:ext cx="4757521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6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Ryota</a:t>
              </a:r>
              <a:r>
                <a:rPr lang="en-US" sz="36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Miyagi </a:t>
              </a:r>
              <a:r>
                <a:rPr lang="en-US" sz="3600" b="1" cap="none" spc="0" dirty="0" err="1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宮城良田</a:t>
              </a:r>
              <a:endPara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pic>
        <p:nvPicPr>
          <p:cNvPr id="13" name="Picture 12" descr="A person in a basketball uniform&#10;&#10;Description automatically generated">
            <a:extLst>
              <a:ext uri="{FF2B5EF4-FFF2-40B4-BE49-F238E27FC236}">
                <a16:creationId xmlns:a16="http://schemas.microsoft.com/office/drawing/2014/main" id="{D09E9CF3-7572-1250-6D95-DFA3FBEA6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491" y="2664542"/>
            <a:ext cx="4021394" cy="4021394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6" name="Snip Same Side Corner Rectangle 5">
            <a:extLst>
              <a:ext uri="{FF2B5EF4-FFF2-40B4-BE49-F238E27FC236}">
                <a16:creationId xmlns:a16="http://schemas.microsoft.com/office/drawing/2014/main" id="{3E007754-DC7B-9599-955C-F91E3FBB8E06}"/>
              </a:ext>
            </a:extLst>
          </p:cNvPr>
          <p:cNvSpPr/>
          <p:nvPr/>
        </p:nvSpPr>
        <p:spPr>
          <a:xfrm>
            <a:off x="-1" y="5319252"/>
            <a:ext cx="2664543" cy="1081548"/>
          </a:xfrm>
          <a:prstGeom prst="snip2SameRect">
            <a:avLst>
              <a:gd name="adj1" fmla="val 9394"/>
              <a:gd name="adj2" fmla="val 0"/>
            </a:avLst>
          </a:prstGeom>
          <a:gradFill>
            <a:gsLst>
              <a:gs pos="0">
                <a:schemeClr val="bg2">
                  <a:lumMod val="25000"/>
                </a:schemeClr>
              </a:gs>
              <a:gs pos="48000">
                <a:schemeClr val="tx1">
                  <a:alpha val="63899"/>
                </a:schemeClr>
              </a:gs>
              <a:gs pos="83000">
                <a:schemeClr val="bg2">
                  <a:lumMod val="25000"/>
                </a:schemeClr>
              </a:gs>
              <a:gs pos="100000">
                <a:schemeClr val="tx1"/>
              </a:gs>
            </a:gsLst>
            <a:lin ang="3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Jalen Brunson</a:t>
            </a:r>
          </a:p>
          <a:p>
            <a:pPr algn="ctr"/>
            <a:r>
              <a:rPr lang="en-US" sz="1600" dirty="0"/>
              <a:t>New York Knicks G</a:t>
            </a:r>
          </a:p>
        </p:txBody>
      </p:sp>
    </p:spTree>
    <p:extLst>
      <p:ext uri="{BB962C8B-B14F-4D97-AF65-F5344CB8AC3E}">
        <p14:creationId xmlns:p14="http://schemas.microsoft.com/office/powerpoint/2010/main" val="327851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DE0BE-3CE5-3E3D-D37E-74D7977A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E25325-2990-BD8A-625E-4D86AD4D0D06}"/>
              </a:ext>
            </a:extLst>
          </p:cNvPr>
          <p:cNvGrpSpPr/>
          <p:nvPr/>
        </p:nvGrpSpPr>
        <p:grpSpPr>
          <a:xfrm>
            <a:off x="-92859" y="0"/>
            <a:ext cx="4757521" cy="6400800"/>
            <a:chOff x="-92859" y="0"/>
            <a:chExt cx="4757521" cy="64008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0A31EE4-F6DE-9FA1-B94F-57762A848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 l="17401" t="9482" r="17232" b="31262"/>
            <a:stretch/>
          </p:blipFill>
          <p:spPr>
            <a:xfrm>
              <a:off x="0" y="552426"/>
              <a:ext cx="4572000" cy="584837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BEFB53-8F3C-532A-E8A3-819DE349850E}"/>
                </a:ext>
              </a:extLst>
            </p:cNvPr>
            <p:cNvSpPr/>
            <p:nvPr/>
          </p:nvSpPr>
          <p:spPr>
            <a:xfrm>
              <a:off x="-92859" y="0"/>
              <a:ext cx="4757521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6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Ryota</a:t>
              </a:r>
              <a:r>
                <a:rPr lang="en-US" sz="36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Miyagi </a:t>
              </a:r>
              <a:r>
                <a:rPr lang="en-US" sz="3600" b="1" cap="none" spc="0" dirty="0" err="1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宮城良田</a:t>
              </a:r>
              <a:endPara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11D81D8-AA5A-5CF5-651A-AB96B58866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56" b="99874" l="10000" r="90000">
                        <a14:foregroundMark x1="41667" y1="10888" x2="41667" y2="10888"/>
                        <a14:foregroundMark x1="36567" y1="19221" x2="43600" y2="8250"/>
                        <a14:foregroundMark x1="43600" y1="8250" x2="46633" y2="7998"/>
                        <a14:foregroundMark x1="47233" y1="47613" x2="54733" y2="50544"/>
                        <a14:foregroundMark x1="56333" y1="33585" x2="56333" y2="33585"/>
                        <a14:foregroundMark x1="44533" y1="60553" x2="44533" y2="74749"/>
                        <a14:foregroundMark x1="41600" y1="85678" x2="41600" y2="99874"/>
                        <a14:foregroundMark x1="49433" y1="13568" x2="49433" y2="13568"/>
                        <a14:foregroundMark x1="49667" y1="14322" x2="49667" y2="14322"/>
                        <a14:foregroundMark x1="49767" y1="15452" x2="49767" y2="15452"/>
                        <a14:foregroundMark x1="49900" y1="15997" x2="49900" y2="15997"/>
                        <a14:foregroundMark x1="49833" y1="16960" x2="49833" y2="16960"/>
                        <a14:foregroundMark x1="49933" y1="16457" x2="49933" y2="16457"/>
                        <a14:foregroundMark x1="49667" y1="17169" x2="49667" y2="17169"/>
                        <a14:backgroundMark x1="22200" y1="90620" x2="22200" y2="90620"/>
                        <a14:backgroundMark x1="25033" y1="96482" x2="25033" y2="964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711" y="2605548"/>
            <a:ext cx="4768903" cy="3795252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7" name="Snip Same Side Corner Rectangle 6">
            <a:extLst>
              <a:ext uri="{FF2B5EF4-FFF2-40B4-BE49-F238E27FC236}">
                <a16:creationId xmlns:a16="http://schemas.microsoft.com/office/drawing/2014/main" id="{9CF77F9E-9FE2-F5E1-4F04-D3EDF5230E45}"/>
              </a:ext>
            </a:extLst>
          </p:cNvPr>
          <p:cNvSpPr/>
          <p:nvPr/>
        </p:nvSpPr>
        <p:spPr>
          <a:xfrm>
            <a:off x="-1" y="5319252"/>
            <a:ext cx="2664543" cy="1081548"/>
          </a:xfrm>
          <a:prstGeom prst="snip2SameRect">
            <a:avLst>
              <a:gd name="adj1" fmla="val 9394"/>
              <a:gd name="adj2" fmla="val 0"/>
            </a:avLst>
          </a:prstGeom>
          <a:gradFill>
            <a:gsLst>
              <a:gs pos="0">
                <a:schemeClr val="bg2">
                  <a:lumMod val="25000"/>
                </a:schemeClr>
              </a:gs>
              <a:gs pos="48000">
                <a:schemeClr val="tx1">
                  <a:alpha val="63899"/>
                </a:schemeClr>
              </a:gs>
              <a:gs pos="83000">
                <a:schemeClr val="bg2">
                  <a:lumMod val="25000"/>
                </a:schemeClr>
              </a:gs>
              <a:gs pos="100000">
                <a:schemeClr val="tx1"/>
              </a:gs>
            </a:gsLst>
            <a:lin ang="3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Jalen Brunson</a:t>
            </a:r>
          </a:p>
          <a:p>
            <a:pPr algn="ctr"/>
            <a:r>
              <a:rPr lang="en-US" sz="1600" dirty="0"/>
              <a:t>New York Knicks G</a:t>
            </a:r>
          </a:p>
        </p:txBody>
      </p:sp>
    </p:spTree>
    <p:extLst>
      <p:ext uri="{BB962C8B-B14F-4D97-AF65-F5344CB8AC3E}">
        <p14:creationId xmlns:p14="http://schemas.microsoft.com/office/powerpoint/2010/main" val="2324531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3ef5274-90b8-4b3f-8a76-b4c36a43e904}" enabled="1" method="Standard" siteId="{61e6eeb3-5fd7-4aaa-ae3c-61e8deb09b7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8542</TotalTime>
  <Words>74</Words>
  <Application>Microsoft Macintosh PowerPoint</Application>
  <PresentationFormat>Custom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Brigham Chen</dc:creator>
  <cp:lastModifiedBy>Brigham Chen</cp:lastModifiedBy>
  <cp:revision>16</cp:revision>
  <dcterms:created xsi:type="dcterms:W3CDTF">2024-11-28T06:44:20Z</dcterms:created>
  <dcterms:modified xsi:type="dcterms:W3CDTF">2026-08-30T01:46:41Z</dcterms:modified>
</cp:coreProperties>
</file>