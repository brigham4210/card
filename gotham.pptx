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61" r:id="rId4"/>
    <p:sldId id="258" r:id="rId5"/>
  </p:sldIdLst>
  <p:sldSz cx="4572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/>
    <p:restoredTop sz="94726"/>
  </p:normalViewPr>
  <p:slideViewPr>
    <p:cSldViewPr snapToGrid="0">
      <p:cViewPr varScale="1">
        <p:scale>
          <a:sx n="129" d="100"/>
          <a:sy n="129" d="100"/>
        </p:scale>
        <p:origin x="3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9BED3-43A7-B441-82E2-3A8C6FE6CA5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21624-217E-F14B-8896-77B7F177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7539"/>
            <a:ext cx="3886200" cy="222842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3361902"/>
            <a:ext cx="3429000" cy="1545378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1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8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595757"/>
            <a:ext cx="3943350" cy="266255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4283500"/>
            <a:ext cx="3943350" cy="140017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4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340785"/>
            <a:ext cx="394335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569085"/>
            <a:ext cx="1934170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338070"/>
            <a:ext cx="193417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569085"/>
            <a:ext cx="1943696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338070"/>
            <a:ext cx="194369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7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9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1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921598"/>
            <a:ext cx="2314575" cy="45487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0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921598"/>
            <a:ext cx="2314575" cy="454871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1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340783"/>
            <a:ext cx="98583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340783"/>
            <a:ext cx="290036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7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340785"/>
            <a:ext cx="394335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703917"/>
            <a:ext cx="394335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D312D-45C6-2340-A887-53E34890BE67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27530-DC1B-014A-92D3-8B85CB7A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9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iff"/><Relationship Id="rId4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exagon 19">
            <a:extLst>
              <a:ext uri="{FF2B5EF4-FFF2-40B4-BE49-F238E27FC236}">
                <a16:creationId xmlns:a16="http://schemas.microsoft.com/office/drawing/2014/main" id="{4F6F2C41-B316-06D0-B012-3CA107989492}"/>
              </a:ext>
            </a:extLst>
          </p:cNvPr>
          <p:cNvSpPr/>
          <p:nvPr/>
        </p:nvSpPr>
        <p:spPr>
          <a:xfrm rot="16200000">
            <a:off x="-149773" y="1631729"/>
            <a:ext cx="4871545" cy="2963919"/>
          </a:xfrm>
          <a:prstGeom prst="hexagon">
            <a:avLst>
              <a:gd name="adj" fmla="val 17395"/>
              <a:gd name="vf" fmla="val 115470"/>
            </a:avLst>
          </a:prstGeom>
          <a:blipFill dpi="0" rotWithShape="0">
            <a:blip r:embed="rId4"/>
            <a:srcRect/>
            <a:stretch>
              <a:fillRect/>
            </a:stretch>
          </a:blipFill>
          <a:ln>
            <a:solidFill>
              <a:schemeClr val="accent1">
                <a:shade val="15000"/>
              </a:schemeClr>
            </a:solidFill>
          </a:ln>
          <a:effectLst>
            <a:outerShdw blurRad="950957" dist="50800" dir="5400000" sx="150000" sy="150000" algn="ctr" rotWithShape="0">
              <a:srgbClr val="000000">
                <a:alpha val="37213"/>
              </a:srgbClr>
            </a:outerShdw>
            <a:softEdge rad="188009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2EC1EC-E515-BA32-DFDD-62B35749DD12}"/>
              </a:ext>
            </a:extLst>
          </p:cNvPr>
          <p:cNvSpPr txBox="1"/>
          <p:nvPr/>
        </p:nvSpPr>
        <p:spPr>
          <a:xfrm rot="21240080">
            <a:off x="170601" y="-45361"/>
            <a:ext cx="4466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>
                    <a:lumMod val="85000"/>
                  </a:schemeClr>
                </a:solidFill>
                <a:latin typeface="Apple Chancery" panose="03020702040506060504" pitchFamily="66" charset="-79"/>
                <a:ea typeface="Brush Script MT" panose="03060802040406070304" pitchFamily="66" charset="-122"/>
                <a:cs typeface="Apple Chancery" panose="03020702040506060504" pitchFamily="66" charset="-79"/>
              </a:rPr>
              <a:t>JOKER</a:t>
            </a:r>
            <a:endParaRPr lang="en-US" sz="11500" dirty="0">
              <a:solidFill>
                <a:schemeClr val="bg1">
                  <a:lumMod val="85000"/>
                </a:schemeClr>
              </a:solidFill>
              <a:latin typeface="Apple Chancery" panose="03020702040506060504" pitchFamily="66" charset="-79"/>
              <a:ea typeface="Brush Script MT" panose="03060802040406070304" pitchFamily="66" charset="-122"/>
              <a:cs typeface="Apple Chancery" panose="03020702040506060504" pitchFamily="66" charset="-79"/>
            </a:endParaRPr>
          </a:p>
        </p:txBody>
      </p:sp>
      <p:pic>
        <p:nvPicPr>
          <p:cNvPr id="1026" name="Picture 2" descr="Nikola Jokić is illustrating why he's the best player in basketball">
            <a:extLst>
              <a:ext uri="{FF2B5EF4-FFF2-40B4-BE49-F238E27FC236}">
                <a16:creationId xmlns:a16="http://schemas.microsoft.com/office/drawing/2014/main" id="{5089328B-F3B1-83B5-9572-ED722908D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6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59" b="96714" l="9906" r="89990">
                        <a14:foregroundMark x1="54536" y1="42567" x2="54536" y2="42567"/>
                        <a14:foregroundMark x1="56517" y1="20031" x2="56517" y2="20031"/>
                        <a14:foregroundMark x1="44630" y1="25196" x2="44630" y2="25196"/>
                        <a14:foregroundMark x1="57351" y1="16275" x2="57351" y2="16275"/>
                        <a14:foregroundMark x1="40042" y1="60407" x2="40042" y2="60407"/>
                        <a14:foregroundMark x1="49218" y1="57746" x2="49218" y2="57746"/>
                        <a14:foregroundMark x1="42127" y1="59781" x2="42127" y2="59781"/>
                        <a14:foregroundMark x1="59958" y1="64163" x2="59958" y2="64163"/>
                        <a14:foregroundMark x1="48071" y1="85290" x2="48071" y2="85290"/>
                        <a14:foregroundMark x1="43587" y1="87167" x2="43587" y2="87167"/>
                        <a14:foregroundMark x1="43691" y1="83099" x2="43691" y2="83099"/>
                        <a14:foregroundMark x1="44004" y1="81847" x2="44004" y2="81847"/>
                        <a14:foregroundMark x1="39312" y1="73239" x2="39312" y2="73239"/>
                        <a14:foregroundMark x1="50052" y1="96714" x2="50052" y2="96714"/>
                        <a14:foregroundMark x1="55057" y1="54617" x2="55057" y2="54617"/>
                        <a14:foregroundMark x1="56517" y1="48044" x2="56517" y2="48044"/>
                        <a14:foregroundMark x1="58603" y1="45227" x2="58603" y2="452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842" t="10084" r="38226"/>
          <a:stretch/>
        </p:blipFill>
        <p:spPr bwMode="auto">
          <a:xfrm>
            <a:off x="2051515" y="622404"/>
            <a:ext cx="2500964" cy="5778395"/>
          </a:xfrm>
          <a:prstGeom prst="rect">
            <a:avLst/>
          </a:prstGeom>
          <a:noFill/>
          <a:effectLst>
            <a:glow rad="127000">
              <a:schemeClr val="bg2">
                <a:lumMod val="90000"/>
                <a:alpha val="5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ikola Jokic cares.. He really gives a damn and I am tired… | by  virgil.alonso | Mid-Range Jump Shot | Medium">
            <a:extLst>
              <a:ext uri="{FF2B5EF4-FFF2-40B4-BE49-F238E27FC236}">
                <a16:creationId xmlns:a16="http://schemas.microsoft.com/office/drawing/2014/main" id="{06BE3A94-7748-D815-960F-1D88AC09C6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0857" y1="39429" x2="50857" y2="39429"/>
                        <a14:foregroundMark x1="50857" y1="39429" x2="50857" y2="59371"/>
                        <a14:foregroundMark x1="55000" y1="69029" x2="55000" y2="70000"/>
                        <a14:foregroundMark x1="55000" y1="68571" x2="55000" y2="69029"/>
                        <a14:foregroundMark x1="55000" y1="68057" x2="55000" y2="68571"/>
                        <a14:foregroundMark x1="55000" y1="61771" x2="55000" y2="67332"/>
                        <a14:foregroundMark x1="43500" y1="60057" x2="46929" y2="71314"/>
                        <a14:foregroundMark x1="49429" y1="85600" x2="49429" y2="86286"/>
                        <a14:foregroundMark x1="50857" y1="84000" x2="50857" y2="88743"/>
                        <a14:foregroundMark x1="58786" y1="85600" x2="58786" y2="85600"/>
                        <a14:foregroundMark x1="58786" y1="85600" x2="58786" y2="85600"/>
                        <a14:foregroundMark x1="53571" y1="88114" x2="53571" y2="88114"/>
                        <a14:foregroundMark x1="51357" y1="89543" x2="51357" y2="89543"/>
                        <a14:foregroundMark x1="58929" y1="86686" x2="58929" y2="86686"/>
                        <a14:foregroundMark x1="59071" y1="84857" x2="59071" y2="84857"/>
                        <a14:foregroundMark x1="58357" y1="83714" x2="58357" y2="83714"/>
                        <a14:foregroundMark x1="59857" y1="86571" x2="59857" y2="86571"/>
                        <a14:foregroundMark x1="56714" y1="86229" x2="56714" y2="86229"/>
                        <a14:foregroundMark x1="46571" y1="23486" x2="46571" y2="23486"/>
                        <a14:foregroundMark x1="47429" y1="22800" x2="47429" y2="22800"/>
                        <a14:foregroundMark x1="48357" y1="22571" x2="49429" y2="22686"/>
                        <a14:foregroundMark x1="50000" y1="21829" x2="47429" y2="22057"/>
                        <a14:foregroundMark x1="49357" y1="21257" x2="50714" y2="21600"/>
                        <a14:foregroundMark x1="50714" y1="21486" x2="52214" y2="22343"/>
                        <a14:foregroundMark x1="51500" y1="21829" x2="51500" y2="21829"/>
                        <a14:foregroundMark x1="51929" y1="21829" x2="51929" y2="21829"/>
                        <a14:foregroundMark x1="51929" y1="21829" x2="52500" y2="22571"/>
                        <a14:foregroundMark x1="51500" y1="22057" x2="50714" y2="21600"/>
                        <a14:foregroundMark x1="56929" y1="33429" x2="56929" y2="33429"/>
                        <a14:foregroundMark x1="57500" y1="49829" x2="57500" y2="49829"/>
                        <a14:foregroundMark x1="57714" y1="70686" x2="57714" y2="70686"/>
                        <a14:foregroundMark x1="57500" y1="71714" x2="56214" y2="75771"/>
                        <a14:foregroundMark x1="47714" y1="73143" x2="47714" y2="73143"/>
                        <a14:foregroundMark x1="57143" y1="49429" x2="57143" y2="49429"/>
                        <a14:foregroundMark x1="58071" y1="43771" x2="58071" y2="43771"/>
                        <a14:foregroundMark x1="58357" y1="45543" x2="58357" y2="45543"/>
                        <a14:foregroundMark x1="58571" y1="46571" x2="58571" y2="46571"/>
                        <a14:foregroundMark x1="57643" y1="67486" x2="57643" y2="67486"/>
                        <a14:foregroundMark x1="57429" y1="64686" x2="54429" y2="57086"/>
                        <a14:foregroundMark x1="53286" y1="49371" x2="53286" y2="46286"/>
                        <a14:foregroundMark x1="52643" y1="42057" x2="53643" y2="46800"/>
                        <a14:foregroundMark x1="54143" y1="43829" x2="54143" y2="45486"/>
                        <a14:foregroundMark x1="54429" y1="48229" x2="54429" y2="42400"/>
                        <a14:foregroundMark x1="42429" y1="30286" x2="42429" y2="30286"/>
                        <a14:foregroundMark x1="49071" y1="72057" x2="49071" y2="72057"/>
                        <a14:foregroundMark x1="48429" y1="71543" x2="48714" y2="76800"/>
                        <a14:foregroundMark x1="46571" y1="21943" x2="46571" y2="21943"/>
                        <a14:foregroundMark x1="48571" y1="45371" x2="43714" y2="44400"/>
                        <a14:foregroundMark x1="40357" y1="56229" x2="40357" y2="56229"/>
                        <a14:foregroundMark x1="39786" y1="54114" x2="39786" y2="54114"/>
                        <a14:foregroundMark x1="38929" y1="52914" x2="38929" y2="52914"/>
                        <a14:foregroundMark x1="38214" y1="52171" x2="38214" y2="52171"/>
                        <a14:foregroundMark x1="37500" y1="51314" x2="37500" y2="51314"/>
                        <a14:foregroundMark x1="40571" y1="61486" x2="40571" y2="61486"/>
                        <a14:foregroundMark x1="43857" y1="68743" x2="43857" y2="68743"/>
                        <a14:foregroundMark x1="41071" y1="62057" x2="41071" y2="62057"/>
                        <a14:foregroundMark x1="41000" y1="62229" x2="41071" y2="63086"/>
                        <a14:foregroundMark x1="55929" y1="78400" x2="55929" y2="78400"/>
                        <a14:foregroundMark x1="49071" y1="80114" x2="49071" y2="80114"/>
                        <a14:foregroundMark x1="48929" y1="76857" x2="48929" y2="76857"/>
                        <a14:foregroundMark x1="49429" y1="78857" x2="49429" y2="78857"/>
                        <a14:foregroundMark x1="54571" y1="67829" x2="54571" y2="67829"/>
                        <a14:foregroundMark x1="54286" y1="70800" x2="54286" y2="70800"/>
                        <a14:foregroundMark x1="54071" y1="73314" x2="54071" y2="73314"/>
                        <a14:foregroundMark x1="54071" y1="72800" x2="54071" y2="72800"/>
                        <a14:foregroundMark x1="49714" y1="78571" x2="49714" y2="79771"/>
                        <a14:foregroundMark x1="50000" y1="87429" x2="50000" y2="87429"/>
                        <a14:foregroundMark x1="49714" y1="86971" x2="49714" y2="86971"/>
                        <a14:foregroundMark x1="49500" y1="82000" x2="49500" y2="82000"/>
                        <a14:foregroundMark x1="49929" y1="84857" x2="49929" y2="84857"/>
                        <a14:backgroundMark x1="16286" y1="20057" x2="16286" y2="20057"/>
                        <a14:backgroundMark x1="16286" y1="20057" x2="19286" y2="40000"/>
                        <a14:backgroundMark x1="22929" y1="55200" x2="26857" y2="64229"/>
                        <a14:backgroundMark x1="26857" y1="64229" x2="27143" y2="70629"/>
                        <a14:backgroundMark x1="68857" y1="70229" x2="69429" y2="37886"/>
                        <a14:backgroundMark x1="69429" y1="37886" x2="72357" y2="30514"/>
                        <a14:backgroundMark x1="46643" y1="18114" x2="42714" y2="18114"/>
                        <a14:backgroundMark x1="48143" y1="16686" x2="59500" y2="17657"/>
                        <a14:backgroundMark x1="59500" y1="17657" x2="65429" y2="19886"/>
                        <a14:backgroundMark x1="82714" y1="19486" x2="85714" y2="36057"/>
                        <a14:backgroundMark x1="25714" y1="86857" x2="22214" y2="70857"/>
                        <a14:backgroundMark x1="41786" y1="26000" x2="41786" y2="26000"/>
                        <a14:backgroundMark x1="39714" y1="29600" x2="39714" y2="29600"/>
                        <a14:backgroundMark x1="39714" y1="30171" x2="39714" y2="30171"/>
                        <a14:backgroundMark x1="37286" y1="30171" x2="37286" y2="30171"/>
                        <a14:backgroundMark x1="36571" y1="32000" x2="36571" y2="32000"/>
                        <a14:backgroundMark x1="37929" y1="30686" x2="37000" y2="31543"/>
                        <a14:backgroundMark x1="36571" y1="32229" x2="36571" y2="32229"/>
                        <a14:backgroundMark x1="36429" y1="32971" x2="36429" y2="32971"/>
                        <a14:backgroundMark x1="36000" y1="33314" x2="36000" y2="33314"/>
                        <a14:backgroundMark x1="37143" y1="31543" x2="37143" y2="31543"/>
                        <a14:backgroundMark x1="37786" y1="31486" x2="37786" y2="31486"/>
                        <a14:backgroundMark x1="35500" y1="49886" x2="35500" y2="49886"/>
                        <a14:backgroundMark x1="35214" y1="49771" x2="35214" y2="49771"/>
                        <a14:backgroundMark x1="35214" y1="49771" x2="35214" y2="49771"/>
                        <a14:backgroundMark x1="35214" y1="49771" x2="35214" y2="49771"/>
                        <a14:backgroundMark x1="35786" y1="50000" x2="34929" y2="49886"/>
                        <a14:backgroundMark x1="46714" y1="87543" x2="46714" y2="87543"/>
                        <a14:backgroundMark x1="46000" y1="80343" x2="46000" y2="80343"/>
                        <a14:backgroundMark x1="53429" y1="66743" x2="53429" y2="66743"/>
                        <a14:backgroundMark x1="49857" y1="63714" x2="53286" y2="67257"/>
                        <a14:backgroundMark x1="50357" y1="63429" x2="50357" y2="63429"/>
                        <a14:backgroundMark x1="50214" y1="63143" x2="50214" y2="63143"/>
                        <a14:backgroundMark x1="49929" y1="62686" x2="49929" y2="62686"/>
                        <a14:backgroundMark x1="49643" y1="62343" x2="49643" y2="62343"/>
                        <a14:backgroundMark x1="49357" y1="62171" x2="49357" y2="62171"/>
                        <a14:backgroundMark x1="50857" y1="69314" x2="50857" y2="69314"/>
                        <a14:backgroundMark x1="50357" y1="67086" x2="50357" y2="67086"/>
                        <a14:backgroundMark x1="50214" y1="66000" x2="50214" y2="66000"/>
                        <a14:backgroundMark x1="58214" y1="49600" x2="58214" y2="49600"/>
                        <a14:backgroundMark x1="57126" y1="49829" x2="57214" y2="51371"/>
                        <a14:backgroundMark x1="57071" y1="48857" x2="57126" y2="49829"/>
                        <a14:backgroundMark x1="56000" y1="48286" x2="56000" y2="48286"/>
                        <a14:backgroundMark x1="55714" y1="50114" x2="55714" y2="50114"/>
                        <a14:backgroundMark x1="55286" y1="49314" x2="55286" y2="49314"/>
                        <a14:backgroundMark x1="55786" y1="47657" x2="55786" y2="47657"/>
                        <a14:backgroundMark x1="59500" y1="31371" x2="59500" y2="31371"/>
                        <a14:backgroundMark x1="60429" y1="33771" x2="60429" y2="33771"/>
                        <a14:backgroundMark x1="53857" y1="29143" x2="53857" y2="29143"/>
                        <a14:backgroundMark x1="57429" y1="52914" x2="57429" y2="52914"/>
                        <a14:backgroundMark x1="57429" y1="52914" x2="57429" y2="48114"/>
                        <a14:backgroundMark x1="58429" y1="50800" x2="58429" y2="53029"/>
                        <a14:backgroundMark x1="55929" y1="46514" x2="55929" y2="45886"/>
                        <a14:backgroundMark x1="54929" y1="42400" x2="54929" y2="42400"/>
                        <a14:backgroundMark x1="56214" y1="46000" x2="56214" y2="47771"/>
                        <a14:backgroundMark x1="58643" y1="52914" x2="58643" y2="52914"/>
                        <a14:backgroundMark x1="50643" y1="71429" x2="50643" y2="71429"/>
                        <a14:backgroundMark x1="52786" y1="70514" x2="52786" y2="70514"/>
                        <a14:backgroundMark x1="59000" y1="76514" x2="62071" y2="63257"/>
                        <a14:backgroundMark x1="60929" y1="60114" x2="61000" y2="62114"/>
                        <a14:backgroundMark x1="58071" y1="54457" x2="58071" y2="54457"/>
                        <a14:backgroundMark x1="56143" y1="52800" x2="59786" y2="56914"/>
                        <a14:backgroundMark x1="59143" y1="52800" x2="57857" y2="49600"/>
                        <a14:backgroundMark x1="55857" y1="45943" x2="55000" y2="41257"/>
                        <a14:backgroundMark x1="54643" y1="41086" x2="54643" y2="41086"/>
                        <a14:backgroundMark x1="55286" y1="41314" x2="55286" y2="41314"/>
                        <a14:backgroundMark x1="55643" y1="43086" x2="55643" y2="43086"/>
                        <a14:backgroundMark x1="56071" y1="44343" x2="56071" y2="44343"/>
                        <a14:backgroundMark x1="53000" y1="72057" x2="53000" y2="72057"/>
                        <a14:backgroundMark x1="53023" y1="70800" x2="53071" y2="68229"/>
                        <a14:backgroundMark x1="53000" y1="72057" x2="53023" y2="70800"/>
                        <a14:backgroundMark x1="53714" y1="68343" x2="55000" y2="68057"/>
                        <a14:backgroundMark x1="31571" y1="68514" x2="31571" y2="68514"/>
                        <a14:backgroundMark x1="43000" y1="80743" x2="43000" y2="80743"/>
                        <a14:backgroundMark x1="43357" y1="70057" x2="43357" y2="70057"/>
                        <a14:backgroundMark x1="43143" y1="68000" x2="43143" y2="68000"/>
                        <a14:backgroundMark x1="52000" y1="73371" x2="52000" y2="73371"/>
                        <a14:backgroundMark x1="52000" y1="75086" x2="52000" y2="75086"/>
                        <a14:backgroundMark x1="52000" y1="76343" x2="52000" y2="76343"/>
                        <a14:backgroundMark x1="36571" y1="53829" x2="36571" y2="53829"/>
                        <a14:backgroundMark x1="35643" y1="52057" x2="35643" y2="52057"/>
                        <a14:backgroundMark x1="36214" y1="53314" x2="36143" y2="52114"/>
                        <a14:backgroundMark x1="52643" y1="74857" x2="52643" y2="73429"/>
                        <a14:backgroundMark x1="54571" y1="68571" x2="54571" y2="68571"/>
                        <a14:backgroundMark x1="52786" y1="72857" x2="52357" y2="77143"/>
                        <a14:backgroundMark x1="53214" y1="74057" x2="53214" y2="74057"/>
                        <a14:backgroundMark x1="54786" y1="68514" x2="54786" y2="68514"/>
                        <a14:backgroundMark x1="54786" y1="68514" x2="54786" y2="68514"/>
                        <a14:backgroundMark x1="55357" y1="87771" x2="55357" y2="87257"/>
                        <a14:backgroundMark x1="54357" y1="85943" x2="54357" y2="85943"/>
                        <a14:backgroundMark x1="49000" y1="86286" x2="49000" y2="86286"/>
                        <a14:backgroundMark x1="49286" y1="86286" x2="49286" y2="87086"/>
                        <a14:backgroundMark x1="49214" y1="85543" x2="49214" y2="85543"/>
                        <a14:backgroundMark x1="46214" y1="81086" x2="46214" y2="81086"/>
                        <a14:backgroundMark x1="49714" y1="81086" x2="49714" y2="81086"/>
                        <a14:backgroundMark x1="53000" y1="72971" x2="53000" y2="72971"/>
                        <a14:backgroundMark x1="53000" y1="73600" x2="53000" y2="73600"/>
                        <a14:backgroundMark x1="53286" y1="74229" x2="53286" y2="74229"/>
                        <a14:backgroundMark x1="53357" y1="73829" x2="53357" y2="73829"/>
                        <a14:backgroundMark x1="53357" y1="73714" x2="53357" y2="73714"/>
                        <a14:backgroundMark x1="53500" y1="73486" x2="53500" y2="73486"/>
                        <a14:backgroundMark x1="53000" y1="74971" x2="53000" y2="74971"/>
                        <a14:backgroundMark x1="54429" y1="69029" x2="54429" y2="69029"/>
                        <a14:backgroundMark x1="54286" y1="67829" x2="54286" y2="67829"/>
                        <a14:backgroundMark x1="54429" y1="67829" x2="54429" y2="67829"/>
                        <a14:backgroundMark x1="54571" y1="67943" x2="54571" y2="67943"/>
                        <a14:backgroundMark x1="54571" y1="68571" x2="54571" y2="68571"/>
                        <a14:backgroundMark x1="54714" y1="69314" x2="54714" y2="69314"/>
                        <a14:backgroundMark x1="46286" y1="79829" x2="46286" y2="79829"/>
                        <a14:backgroundMark x1="47071" y1="80514" x2="47071" y2="80514"/>
                        <a14:backgroundMark x1="46214" y1="79086" x2="46214" y2="79086"/>
                        <a14:backgroundMark x1="45929" y1="78229" x2="45929" y2="78229"/>
                        <a14:backgroundMark x1="48286" y1="82857" x2="48286" y2="82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995" t="20495" r="33691" b="7192"/>
          <a:stretch/>
        </p:blipFill>
        <p:spPr bwMode="auto">
          <a:xfrm>
            <a:off x="107244" y="1087490"/>
            <a:ext cx="2075859" cy="546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167051A-EEEA-667F-C447-59D3CBBB9FE6}"/>
              </a:ext>
            </a:extLst>
          </p:cNvPr>
          <p:cNvSpPr/>
          <p:nvPr/>
        </p:nvSpPr>
        <p:spPr>
          <a:xfrm>
            <a:off x="-256211" y="5179178"/>
            <a:ext cx="3434879" cy="1432225"/>
          </a:xfrm>
          <a:prstGeom prst="rect">
            <a:avLst/>
          </a:prstGeom>
          <a:solidFill>
            <a:schemeClr val="tx1">
              <a:alpha val="35000"/>
            </a:schemeClr>
          </a:solidFill>
          <a:ln>
            <a:noFill/>
          </a:ln>
          <a:effectLst>
            <a:glow>
              <a:schemeClr val="bg2">
                <a:lumMod val="75000"/>
              </a:schemeClr>
            </a:glow>
            <a:softEdge rad="276599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800" b="1" dirty="0">
                <a:latin typeface="BODONI 72 BOOK" pitchFamily="2" charset="0"/>
              </a:rPr>
              <a:t>NIKOLA JOKIĆ</a:t>
            </a:r>
          </a:p>
          <a:p>
            <a:pPr lvl="1"/>
            <a:r>
              <a:rPr lang="en-US" dirty="0"/>
              <a:t>Denver Nuggets C</a:t>
            </a:r>
          </a:p>
        </p:txBody>
      </p:sp>
    </p:spTree>
    <p:extLst>
      <p:ext uri="{BB962C8B-B14F-4D97-AF65-F5344CB8AC3E}">
        <p14:creationId xmlns:p14="http://schemas.microsoft.com/office/powerpoint/2010/main" val="238016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1950B1-2268-018C-D479-2766899C4030}"/>
              </a:ext>
            </a:extLst>
          </p:cNvPr>
          <p:cNvSpPr/>
          <p:nvPr/>
        </p:nvSpPr>
        <p:spPr>
          <a:xfrm>
            <a:off x="-3871" y="528459"/>
            <a:ext cx="4572000" cy="1002167"/>
          </a:xfrm>
          <a:prstGeom prst="roundRect">
            <a:avLst/>
          </a:prstGeom>
          <a:solidFill>
            <a:schemeClr val="tx1">
              <a:alpha val="66701"/>
            </a:schemeClr>
          </a:solidFill>
          <a:effectLst>
            <a:softEdge rad="20138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F3F4BD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Gotham</a:t>
            </a:r>
          </a:p>
        </p:txBody>
      </p:sp>
      <p:pic>
        <p:nvPicPr>
          <p:cNvPr id="2050" name="Picture 2" descr="Gotham (disambiguation) | DC Database | Fandom">
            <a:extLst>
              <a:ext uri="{FF2B5EF4-FFF2-40B4-BE49-F238E27FC236}">
                <a16:creationId xmlns:a16="http://schemas.microsoft.com/office/drawing/2014/main" id="{12EB0EBD-A7E8-EE85-950B-43DC5F038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30357" r="7287" b="14860"/>
          <a:stretch/>
        </p:blipFill>
        <p:spPr bwMode="auto">
          <a:xfrm>
            <a:off x="0" y="0"/>
            <a:ext cx="4568129" cy="4870174"/>
          </a:xfrm>
          <a:prstGeom prst="rect">
            <a:avLst/>
          </a:prstGeom>
          <a:noFill/>
          <a:effectLst>
            <a:reflection stA="78960" endPos="27707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89A8EE-CC19-ECC9-3A6F-C74975A27B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21" b="98511" l="0" r="97828">
                        <a14:foregroundMark x1="47556" y1="8871" x2="47556" y2="8871"/>
                        <a14:foregroundMark x1="10706" y1="55459" x2="10706" y2="55459"/>
                        <a14:foregroundMark x1="50039" y1="5955" x2="50039" y2="5955"/>
                        <a14:foregroundMark x1="93638" y1="57382" x2="93638" y2="57382"/>
                        <a14:foregroundMark x1="97828" y1="57382" x2="97828" y2="57382"/>
                        <a14:foregroundMark x1="46315" y1="70471" x2="46315" y2="70471"/>
                        <a14:foregroundMark x1="43910" y1="69851" x2="52676" y2="61290"/>
                        <a14:foregroundMark x1="5120" y1="61911" x2="5120" y2="61911"/>
                        <a14:foregroundMark x1="0" y1="61911" x2="0" y2="61911"/>
                        <a14:foregroundMark x1="64624" y1="94603" x2="64624" y2="94603"/>
                        <a14:foregroundMark x1="64624" y1="95596" x2="64624" y2="95596"/>
                        <a14:foregroundMark x1="71916" y1="98511" x2="71916" y2="98511"/>
                        <a14:foregroundMark x1="69279" y1="96402" x2="69279" y2="96402"/>
                      </a14:backgroundRemoval>
                    </a14:imgEffect>
                  </a14:imgLayer>
                </a14:imgProps>
              </a:ext>
            </a:extLst>
          </a:blip>
          <a:srcRect b="47434"/>
          <a:stretch/>
        </p:blipFill>
        <p:spPr>
          <a:xfrm>
            <a:off x="-147605" y="272370"/>
            <a:ext cx="4896662" cy="3221458"/>
          </a:xfrm>
          <a:prstGeom prst="rect">
            <a:avLst/>
          </a:prstGeom>
        </p:spPr>
      </p:pic>
      <p:pic>
        <p:nvPicPr>
          <p:cNvPr id="9" name="Picture 2" descr="Gotham (disambiguation) | DC Database | Fandom">
            <a:extLst>
              <a:ext uri="{FF2B5EF4-FFF2-40B4-BE49-F238E27FC236}">
                <a16:creationId xmlns:a16="http://schemas.microsoft.com/office/drawing/2014/main" id="{385C04E7-FC6A-5A7D-7E4F-27668D2E6E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30357" r="7287" b="14860"/>
          <a:stretch/>
        </p:blipFill>
        <p:spPr bwMode="auto">
          <a:xfrm>
            <a:off x="0" y="0"/>
            <a:ext cx="4568129" cy="4870174"/>
          </a:xfrm>
          <a:prstGeom prst="rect">
            <a:avLst/>
          </a:prstGeom>
          <a:noFill/>
          <a:effectLst>
            <a:reflection stA="78960" endPos="27707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Gotham (disambiguation) | DC Database | Fandom">
            <a:extLst>
              <a:ext uri="{FF2B5EF4-FFF2-40B4-BE49-F238E27FC236}">
                <a16:creationId xmlns:a16="http://schemas.microsoft.com/office/drawing/2014/main" id="{E0C854C1-F1BE-71C2-1F7D-3D6DFAAE2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30357" r="7287" b="14860"/>
          <a:stretch/>
        </p:blipFill>
        <p:spPr bwMode="auto">
          <a:xfrm>
            <a:off x="0" y="0"/>
            <a:ext cx="4568129" cy="4870174"/>
          </a:xfrm>
          <a:prstGeom prst="rect">
            <a:avLst/>
          </a:prstGeom>
          <a:noFill/>
          <a:effectLst>
            <a:reflection stA="78960" endPos="27707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46DF30-AF8F-094E-E023-95EF3869D7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606" b="96056" l="8588" r="89958">
                        <a14:foregroundMark x1="54810" y1="10141" x2="54810" y2="10141"/>
                        <a14:foregroundMark x1="53543" y1="7676" x2="53543" y2="7676"/>
                        <a14:foregroundMark x1="53121" y1="95634" x2="53121" y2="95634"/>
                        <a14:foregroundMark x1="66682" y1="84296" x2="66682" y2="84296"/>
                        <a14:foregroundMark x1="29329" y1="82254" x2="29329" y2="82254"/>
                        <a14:foregroundMark x1="29564" y1="83873" x2="29564" y2="83873"/>
                        <a14:foregroundMark x1="8634" y1="78944" x2="8634" y2="78944"/>
                        <a14:foregroundMark x1="60535" y1="94577" x2="60535" y2="94577"/>
                        <a14:foregroundMark x1="54247" y1="96056" x2="54247" y2="96056"/>
                        <a14:foregroundMark x1="56687" y1="11338" x2="56687" y2="11338"/>
                        <a14:foregroundMark x1="57109" y1="9930" x2="57109" y2="9930"/>
                        <a14:foregroundMark x1="58189" y1="12817" x2="58189" y2="12817"/>
                        <a14:foregroundMark x1="58236" y1="11972" x2="58236" y2="11972"/>
                        <a14:foregroundMark x1="58329" y1="12958" x2="58329" y2="1295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61071" y="2743200"/>
            <a:ext cx="5486400" cy="3657600"/>
          </a:xfrm>
          <a:prstGeom prst="rect">
            <a:avLst/>
          </a:prstGeom>
          <a:effectLst>
            <a:glow rad="68035">
              <a:schemeClr val="bg1">
                <a:alpha val="50000"/>
              </a:schemeClr>
            </a:glo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66F3205-4C41-1462-4F66-0C1765815156}"/>
              </a:ext>
            </a:extLst>
          </p:cNvPr>
          <p:cNvSpPr/>
          <p:nvPr/>
        </p:nvSpPr>
        <p:spPr>
          <a:xfrm>
            <a:off x="-705576" y="5160192"/>
            <a:ext cx="5802011" cy="1970405"/>
          </a:xfrm>
          <a:prstGeom prst="rect">
            <a:avLst/>
          </a:prstGeom>
          <a:solidFill>
            <a:schemeClr val="tx1">
              <a:alpha val="57358"/>
            </a:schemeClr>
          </a:solidFill>
          <a:ln>
            <a:noFill/>
          </a:ln>
          <a:effectLst>
            <a:glow>
              <a:schemeClr val="bg2">
                <a:lumMod val="75000"/>
              </a:schemeClr>
            </a:glow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ODONI 72 BOOK" pitchFamily="2" charset="0"/>
              </a:rPr>
              <a:t>NIKOLA JOKIĆ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Denver Nuggets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957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4FF2B-D18F-9A1F-FAC1-BDD9598B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D0D1B9-FDD1-93C1-FD23-74CE641D3222}"/>
              </a:ext>
            </a:extLst>
          </p:cNvPr>
          <p:cNvSpPr/>
          <p:nvPr/>
        </p:nvSpPr>
        <p:spPr>
          <a:xfrm>
            <a:off x="-3871" y="528459"/>
            <a:ext cx="4572000" cy="1002167"/>
          </a:xfrm>
          <a:prstGeom prst="roundRect">
            <a:avLst/>
          </a:prstGeom>
          <a:solidFill>
            <a:schemeClr val="tx1">
              <a:alpha val="66701"/>
            </a:schemeClr>
          </a:solidFill>
          <a:effectLst>
            <a:softEdge rad="20138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F3F4BD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Gotham</a:t>
            </a:r>
          </a:p>
        </p:txBody>
      </p:sp>
      <p:pic>
        <p:nvPicPr>
          <p:cNvPr id="2050" name="Picture 2" descr="Gotham (disambiguation) | DC Database | Fandom">
            <a:extLst>
              <a:ext uri="{FF2B5EF4-FFF2-40B4-BE49-F238E27FC236}">
                <a16:creationId xmlns:a16="http://schemas.microsoft.com/office/drawing/2014/main" id="{B490D158-C09F-4561-9ECB-B6F06F7B7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30357" r="7287" b="14860"/>
          <a:stretch/>
        </p:blipFill>
        <p:spPr bwMode="auto">
          <a:xfrm>
            <a:off x="0" y="0"/>
            <a:ext cx="4568129" cy="4870174"/>
          </a:xfrm>
          <a:prstGeom prst="rect">
            <a:avLst/>
          </a:prstGeom>
          <a:noFill/>
          <a:effectLst>
            <a:reflection stA="78960" endPos="27707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714DE7-38FE-8305-531E-AC07350140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21" b="98511" l="0" r="97828">
                        <a14:foregroundMark x1="47556" y1="8871" x2="47556" y2="8871"/>
                        <a14:foregroundMark x1="10706" y1="55459" x2="10706" y2="55459"/>
                        <a14:foregroundMark x1="50039" y1="5955" x2="50039" y2="5955"/>
                        <a14:foregroundMark x1="93638" y1="57382" x2="93638" y2="57382"/>
                        <a14:foregroundMark x1="97828" y1="57382" x2="97828" y2="57382"/>
                        <a14:foregroundMark x1="46315" y1="70471" x2="46315" y2="70471"/>
                        <a14:foregroundMark x1="43910" y1="69851" x2="52676" y2="61290"/>
                        <a14:foregroundMark x1="5120" y1="61911" x2="5120" y2="61911"/>
                        <a14:foregroundMark x1="0" y1="61911" x2="0" y2="61911"/>
                        <a14:foregroundMark x1="64624" y1="94603" x2="64624" y2="94603"/>
                        <a14:foregroundMark x1="64624" y1="95596" x2="64624" y2="95596"/>
                        <a14:foregroundMark x1="71916" y1="98511" x2="71916" y2="98511"/>
                        <a14:foregroundMark x1="69279" y1="96402" x2="69279" y2="96402"/>
                      </a14:backgroundRemoval>
                    </a14:imgEffect>
                  </a14:imgLayer>
                </a14:imgProps>
              </a:ext>
            </a:extLst>
          </a:blip>
          <a:srcRect b="47434"/>
          <a:stretch/>
        </p:blipFill>
        <p:spPr>
          <a:xfrm>
            <a:off x="-147605" y="272370"/>
            <a:ext cx="4896662" cy="3221458"/>
          </a:xfrm>
          <a:prstGeom prst="rect">
            <a:avLst/>
          </a:prstGeom>
        </p:spPr>
      </p:pic>
      <p:pic>
        <p:nvPicPr>
          <p:cNvPr id="9" name="Picture 2" descr="Gotham (disambiguation) | DC Database | Fandom">
            <a:extLst>
              <a:ext uri="{FF2B5EF4-FFF2-40B4-BE49-F238E27FC236}">
                <a16:creationId xmlns:a16="http://schemas.microsoft.com/office/drawing/2014/main" id="{539CC89F-0C41-FFFC-644D-136C80FAC0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30357" r="7287" b="14860"/>
          <a:stretch/>
        </p:blipFill>
        <p:spPr bwMode="auto">
          <a:xfrm>
            <a:off x="0" y="0"/>
            <a:ext cx="4568129" cy="4870174"/>
          </a:xfrm>
          <a:prstGeom prst="rect">
            <a:avLst/>
          </a:prstGeom>
          <a:noFill/>
          <a:effectLst>
            <a:reflection stA="78960" endPos="27707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Gotham (disambiguation) | DC Database | Fandom">
            <a:extLst>
              <a:ext uri="{FF2B5EF4-FFF2-40B4-BE49-F238E27FC236}">
                <a16:creationId xmlns:a16="http://schemas.microsoft.com/office/drawing/2014/main" id="{2EF3D4D6-0FA0-2B22-A1B1-0A38DABA00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7" t="30357" r="7287" b="14860"/>
          <a:stretch/>
        </p:blipFill>
        <p:spPr bwMode="auto">
          <a:xfrm>
            <a:off x="0" y="0"/>
            <a:ext cx="4568129" cy="4870174"/>
          </a:xfrm>
          <a:prstGeom prst="rect">
            <a:avLst/>
          </a:prstGeom>
          <a:noFill/>
          <a:effectLst>
            <a:reflection stA="78960" endPos="27707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B093A6-D297-0A5B-FAFC-A6F914BE7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57200" y="2743199"/>
            <a:ext cx="5486400" cy="3657600"/>
          </a:xfrm>
          <a:prstGeom prst="rect">
            <a:avLst/>
          </a:prstGeom>
          <a:effectLst>
            <a:glow rad="127000">
              <a:schemeClr val="tx1">
                <a:alpha val="50000"/>
              </a:schemeClr>
            </a:glo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BD2F27-B5D7-A5D3-E311-A995EA129C8C}"/>
              </a:ext>
            </a:extLst>
          </p:cNvPr>
          <p:cNvSpPr/>
          <p:nvPr/>
        </p:nvSpPr>
        <p:spPr>
          <a:xfrm>
            <a:off x="-705576" y="5160192"/>
            <a:ext cx="5802011" cy="1970405"/>
          </a:xfrm>
          <a:prstGeom prst="rect">
            <a:avLst/>
          </a:prstGeom>
          <a:solidFill>
            <a:schemeClr val="tx1">
              <a:alpha val="57358"/>
            </a:schemeClr>
          </a:solidFill>
          <a:ln>
            <a:noFill/>
          </a:ln>
          <a:effectLst>
            <a:glow>
              <a:schemeClr val="bg2">
                <a:lumMod val="75000"/>
              </a:schemeClr>
            </a:glow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ODONI 72 BOOK" pitchFamily="2" charset="0"/>
              </a:rPr>
              <a:t>NIKOLA JOKIĆ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Denver Nuggets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89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75ABA4E-0720-F62B-8153-FA448913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1" r="3092"/>
          <a:stretch/>
        </p:blipFill>
        <p:spPr>
          <a:xfrm>
            <a:off x="-626606" y="-54718"/>
            <a:ext cx="6007498" cy="65155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8A42BF-BA4D-4B8A-96E6-4E191F0AC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167" l="10000" r="90000">
                        <a14:foregroundMark x1="61016" y1="92917" x2="61016" y2="92917"/>
                        <a14:foregroundMark x1="72344" y1="94167" x2="72344" y2="94167"/>
                        <a14:foregroundMark x1="47422" y1="8056" x2="47422" y2="8056"/>
                        <a14:foregroundMark x1="45547" y1="5556" x2="45547" y2="5556"/>
                        <a14:foregroundMark x1="43984" y1="5000" x2="43984" y2="5000"/>
                      </a14:backgroundRemoval>
                    </a14:imgEffect>
                  </a14:imgLayer>
                </a14:imgProps>
              </a:ext>
            </a:extLst>
          </a:blip>
          <a:srcRect l="37277" r="23321"/>
          <a:stretch/>
        </p:blipFill>
        <p:spPr>
          <a:xfrm>
            <a:off x="1010653" y="2574758"/>
            <a:ext cx="2806407" cy="40063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998C269-A8A2-2009-F899-49DAC509A49A}"/>
              </a:ext>
            </a:extLst>
          </p:cNvPr>
          <p:cNvSpPr/>
          <p:nvPr/>
        </p:nvSpPr>
        <p:spPr>
          <a:xfrm>
            <a:off x="-1150337" y="5130695"/>
            <a:ext cx="7128386" cy="1970405"/>
          </a:xfrm>
          <a:prstGeom prst="rect">
            <a:avLst/>
          </a:prstGeom>
          <a:solidFill>
            <a:schemeClr val="tx1">
              <a:alpha val="57358"/>
            </a:schemeClr>
          </a:solidFill>
          <a:ln>
            <a:noFill/>
          </a:ln>
          <a:effectLst>
            <a:glow>
              <a:schemeClr val="bg2">
                <a:lumMod val="75000"/>
              </a:schemeClr>
            </a:glow>
            <a:softEdge rad="190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BODONI 72 BOOK" pitchFamily="2" charset="0"/>
              </a:rPr>
              <a:t>NIKOLA JOKIĆ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Denver Nuggets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7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3ef5274-90b8-4b3f-8a76-b4c36a43e904}" enabled="1" method="Standard" siteId="{61e6eeb3-5fd7-4aaa-ae3c-61e8deb09b7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7620</TotalTime>
  <Words>20</Words>
  <Application>Microsoft Macintosh PowerPoint</Application>
  <PresentationFormat>Custom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Apple Chancery</vt:lpstr>
      <vt:lpstr>Aptos</vt:lpstr>
      <vt:lpstr>Aptos Display</vt:lpstr>
      <vt:lpstr>Arial</vt:lpstr>
      <vt:lpstr>BODONI 72 BOOK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Brigham Chen</dc:creator>
  <cp:lastModifiedBy>Brigham Chen</cp:lastModifiedBy>
  <cp:revision>35</cp:revision>
  <dcterms:created xsi:type="dcterms:W3CDTF">2024-11-20T19:15:19Z</dcterms:created>
  <dcterms:modified xsi:type="dcterms:W3CDTF">2026-08-30T01:34:44Z</dcterms:modified>
</cp:coreProperties>
</file>