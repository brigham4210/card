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9" r:id="rId2"/>
  </p:sldIdLst>
  <p:sldSz cx="4572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661"/>
    <p:restoredTop sz="94726"/>
  </p:normalViewPr>
  <p:slideViewPr>
    <p:cSldViewPr snapToGrid="0">
      <p:cViewPr varScale="1">
        <p:scale>
          <a:sx n="129" d="100"/>
          <a:sy n="129" d="100"/>
        </p:scale>
        <p:origin x="31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153CF-8580-D042-AF91-1F02FF3373C8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143000"/>
            <a:ext cx="2203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4DA597-02C4-9248-8BDB-3065F4A59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583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1047539"/>
            <a:ext cx="3886200" cy="2228427"/>
          </a:xfrm>
        </p:spPr>
        <p:txBody>
          <a:bodyPr anchor="b"/>
          <a:lstStyle>
            <a:lvl1pPr algn="ctr"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" y="3361902"/>
            <a:ext cx="3429000" cy="1545378"/>
          </a:xfrm>
        </p:spPr>
        <p:txBody>
          <a:bodyPr/>
          <a:lstStyle>
            <a:lvl1pPr marL="0" indent="0" algn="ctr">
              <a:buNone/>
              <a:defRPr sz="1200"/>
            </a:lvl1pPr>
            <a:lvl2pPr marL="228600" indent="0" algn="ctr">
              <a:buNone/>
              <a:defRPr sz="1000"/>
            </a:lvl2pPr>
            <a:lvl3pPr marL="457200" indent="0" algn="ctr">
              <a:buNone/>
              <a:defRPr sz="900"/>
            </a:lvl3pPr>
            <a:lvl4pPr marL="685800" indent="0" algn="ctr">
              <a:buNone/>
              <a:defRPr sz="800"/>
            </a:lvl4pPr>
            <a:lvl5pPr marL="914400" indent="0" algn="ctr">
              <a:buNone/>
              <a:defRPr sz="800"/>
            </a:lvl5pPr>
            <a:lvl6pPr marL="1143000" indent="0" algn="ctr">
              <a:buNone/>
              <a:defRPr sz="800"/>
            </a:lvl6pPr>
            <a:lvl7pPr marL="1371600" indent="0" algn="ctr">
              <a:buNone/>
              <a:defRPr sz="800"/>
            </a:lvl7pPr>
            <a:lvl8pPr marL="1600200" indent="0" algn="ctr">
              <a:buNone/>
              <a:defRPr sz="800"/>
            </a:lvl8pPr>
            <a:lvl9pPr marL="1828800" indent="0" algn="ctr">
              <a:buNone/>
              <a:defRPr sz="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1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85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4" y="1595757"/>
            <a:ext cx="3943350" cy="2662555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4" y="4283500"/>
            <a:ext cx="3943350" cy="1400175"/>
          </a:xfrm>
        </p:spPr>
        <p:txBody>
          <a:bodyPr/>
          <a:lstStyle>
            <a:lvl1pPr marL="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  <a:lvl2pPr marL="228600" indent="0">
              <a:buNone/>
              <a:defRPr sz="1000">
                <a:solidFill>
                  <a:schemeClr val="tx1">
                    <a:tint val="82000"/>
                  </a:schemeClr>
                </a:solidFill>
              </a:defRPr>
            </a:lvl2pPr>
            <a:lvl3pPr marL="45720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3pPr>
            <a:lvl4pPr marL="685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4pPr>
            <a:lvl5pPr marL="9144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5pPr>
            <a:lvl6pPr marL="11430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6pPr>
            <a:lvl7pPr marL="13716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7pPr>
            <a:lvl8pPr marL="16002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8pPr>
            <a:lvl9pPr marL="182880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1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" y="1703917"/>
            <a:ext cx="19431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" y="1703917"/>
            <a:ext cx="19431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340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" y="340785"/>
            <a:ext cx="394335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1" y="1569085"/>
            <a:ext cx="1934170" cy="768985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1" y="2338070"/>
            <a:ext cx="1934170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" y="1569085"/>
            <a:ext cx="1943696" cy="768985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" y="2338070"/>
            <a:ext cx="1943696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678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9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14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426720"/>
            <a:ext cx="1474589" cy="149352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" y="921598"/>
            <a:ext cx="2314575" cy="4548717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920240"/>
            <a:ext cx="1474589" cy="3557482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06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426720"/>
            <a:ext cx="1474589" cy="149352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" y="921598"/>
            <a:ext cx="2314575" cy="4548717"/>
          </a:xfrm>
        </p:spPr>
        <p:txBody>
          <a:bodyPr anchor="t"/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000"/>
            </a:lvl4pPr>
            <a:lvl5pPr marL="914400" indent="0">
              <a:buNone/>
              <a:defRPr sz="1000"/>
            </a:lvl5pPr>
            <a:lvl6pPr marL="1143000" indent="0">
              <a:buNone/>
              <a:defRPr sz="1000"/>
            </a:lvl6pPr>
            <a:lvl7pPr marL="1371600" indent="0">
              <a:buNone/>
              <a:defRPr sz="1000"/>
            </a:lvl7pPr>
            <a:lvl8pPr marL="1600200" indent="0">
              <a:buNone/>
              <a:defRPr sz="1000"/>
            </a:lvl8pPr>
            <a:lvl9pPr marL="1828800" indent="0">
              <a:buNone/>
              <a:defRPr sz="1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920240"/>
            <a:ext cx="1474589" cy="3557482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117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44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8" y="340783"/>
            <a:ext cx="985838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" y="340783"/>
            <a:ext cx="2900363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772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65000"/>
                <a:lumOff val="35000"/>
              </a:schemeClr>
            </a:gs>
            <a:gs pos="52000">
              <a:schemeClr val="tx1"/>
            </a:gs>
            <a:gs pos="83000">
              <a:schemeClr val="bg2">
                <a:lumMod val="90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" y="340785"/>
            <a:ext cx="394335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" y="1703917"/>
            <a:ext cx="394335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" y="5932595"/>
            <a:ext cx="10287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2D312D-45C6-2340-A887-53E34890BE67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" y="5932595"/>
            <a:ext cx="154305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" y="5932595"/>
            <a:ext cx="10287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927530-DC1B-014A-92D3-8B85CB7A73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797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300" indent="-114300" algn="l" defTabSz="4572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25000"/>
              </a:schemeClr>
            </a:gs>
            <a:gs pos="52000">
              <a:schemeClr val="tx1"/>
            </a:gs>
            <a:gs pos="83000">
              <a:schemeClr val="bg2">
                <a:lumMod val="25000"/>
              </a:schemeClr>
            </a:gs>
            <a:gs pos="100000">
              <a:schemeClr val="tx1"/>
            </a:gs>
          </a:gsLst>
          <a:lin ang="3000000" scaled="0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0152C9-5C79-B056-D74F-09AAC7333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keleton in a black robe reading a book&#10;&#10;Description automatically generated">
            <a:extLst>
              <a:ext uri="{FF2B5EF4-FFF2-40B4-BE49-F238E27FC236}">
                <a16:creationId xmlns:a16="http://schemas.microsoft.com/office/drawing/2014/main" id="{0E4584F9-2AE0-81FC-39D7-80F2620187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</a:extLst>
          </a:blip>
          <a:srcRect l="12948"/>
          <a:stretch/>
        </p:blipFill>
        <p:spPr>
          <a:xfrm>
            <a:off x="-1000618" y="-762017"/>
            <a:ext cx="5855970" cy="6726987"/>
          </a:xfrm>
          <a:prstGeom prst="rect">
            <a:avLst/>
          </a:prstGeom>
          <a:effectLst>
            <a:softEdge rad="939800"/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9D18E35-9EAE-12D9-225E-52C234C8F226}"/>
              </a:ext>
            </a:extLst>
          </p:cNvPr>
          <p:cNvSpPr/>
          <p:nvPr/>
        </p:nvSpPr>
        <p:spPr>
          <a:xfrm>
            <a:off x="-26962" y="5577840"/>
            <a:ext cx="4572000" cy="731520"/>
          </a:xfrm>
          <a:prstGeom prst="rect">
            <a:avLst/>
          </a:prstGeom>
          <a:solidFill>
            <a:schemeClr val="tx1">
              <a:alpha val="65000"/>
            </a:schemeClr>
          </a:solidFill>
          <a:effectLst>
            <a:glow rad="308023">
              <a:schemeClr val="tx1"/>
            </a:glow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336451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3ef5274-90b8-4b3f-8a76-b4c36a43e904}" enabled="1" method="Standard" siteId="{61e6eeb3-5fd7-4aaa-ae3c-61e8deb09b7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8878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Brigham Chen</dc:creator>
  <cp:lastModifiedBy>Brigham Chen</cp:lastModifiedBy>
  <cp:revision>56</cp:revision>
  <dcterms:created xsi:type="dcterms:W3CDTF">2024-11-20T19:15:19Z</dcterms:created>
  <dcterms:modified xsi:type="dcterms:W3CDTF">2026-08-30T02:42:23Z</dcterms:modified>
</cp:coreProperties>
</file>