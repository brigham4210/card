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6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45720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61"/>
    <p:restoredTop sz="94726"/>
  </p:normalViewPr>
  <p:slideViewPr>
    <p:cSldViewPr snapToGrid="0">
      <p:cViewPr varScale="1">
        <p:scale>
          <a:sx n="129" d="100"/>
          <a:sy n="129" d="100"/>
        </p:scale>
        <p:origin x="31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53CF-8580-D042-AF91-1F02FF3373C8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143000"/>
            <a:ext cx="2203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DA597-02C4-9248-8BDB-3065F4A5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83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9DDCC-0357-4814-240D-D543F4B4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F42E2-2148-F5FD-E8E0-E933CC380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FB78AC-C187-7064-CBB3-2290FC6F8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0166C-33F3-1845-6B3B-A00A4DDCD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DA597-02C4-9248-8BDB-3065F4A593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68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47539"/>
            <a:ext cx="3886200" cy="2228427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3361902"/>
            <a:ext cx="3429000" cy="1545378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1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85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595757"/>
            <a:ext cx="3943350" cy="266255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4283500"/>
            <a:ext cx="3943350" cy="140017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1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703917"/>
            <a:ext cx="19431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703917"/>
            <a:ext cx="19431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4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340785"/>
            <a:ext cx="394335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569085"/>
            <a:ext cx="1934170" cy="76898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2338070"/>
            <a:ext cx="1934170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569085"/>
            <a:ext cx="1943696" cy="76898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2338070"/>
            <a:ext cx="1943696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78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9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14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26720"/>
            <a:ext cx="1474589" cy="14935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921598"/>
            <a:ext cx="2314575" cy="454871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920240"/>
            <a:ext cx="1474589" cy="3557482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0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26720"/>
            <a:ext cx="1474589" cy="14935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921598"/>
            <a:ext cx="2314575" cy="4548717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920240"/>
            <a:ext cx="1474589" cy="3557482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1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340783"/>
            <a:ext cx="985838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340783"/>
            <a:ext cx="2900363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7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65000"/>
                <a:lumOff val="35000"/>
              </a:schemeClr>
            </a:gs>
            <a:gs pos="52000">
              <a:schemeClr val="tx1"/>
            </a:gs>
            <a:gs pos="83000">
              <a:schemeClr val="bg2">
                <a:lumMod val="90000"/>
              </a:schemeClr>
            </a:gs>
            <a:gs pos="100000">
              <a:schemeClr val="tx1"/>
            </a:gs>
          </a:gsLst>
          <a:lin ang="3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340785"/>
            <a:ext cx="394335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703917"/>
            <a:ext cx="394335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5932595"/>
            <a:ext cx="10287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5932595"/>
            <a:ext cx="154305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5932595"/>
            <a:ext cx="10287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97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9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8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1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10.wdp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1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12.wdp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1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microsoft.com/office/2007/relationships/hdphoto" Target="../media/hdphoto14.wdp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17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microsoft.com/office/2007/relationships/hdphoto" Target="../media/hdphoto16.wdp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7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microsoft.com/office/2007/relationships/hdphoto" Target="../media/hdphoto19.wdp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9AA69-8FB6-FFE9-855E-75E58BA8E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keleton in a black robe reading a book&#10;&#10;Description automatically generated">
            <a:extLst>
              <a:ext uri="{FF2B5EF4-FFF2-40B4-BE49-F238E27FC236}">
                <a16:creationId xmlns:a16="http://schemas.microsoft.com/office/drawing/2014/main" id="{B4B29876-26B6-C90D-48D3-B854EE21F7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</a14:imgLayer>
                </a14:imgProps>
              </a:ext>
            </a:extLst>
          </a:blip>
          <a:srcRect l="12948"/>
          <a:stretch/>
        </p:blipFill>
        <p:spPr>
          <a:xfrm>
            <a:off x="-1000618" y="-762017"/>
            <a:ext cx="5855970" cy="6726987"/>
          </a:xfrm>
          <a:prstGeom prst="rect">
            <a:avLst/>
          </a:prstGeom>
          <a:effectLst>
            <a:softEdge rad="939800"/>
          </a:effectLst>
        </p:spPr>
      </p:pic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9ED68C30-1AA3-4DBE-A564-1398D0BA74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62500" y1="32917" x2="64896" y2="53833"/>
                        <a14:foregroundMark x1="62813" y1="77000" x2="62813" y2="77000"/>
                        <a14:foregroundMark x1="62813" y1="77250" x2="62763" y2="77571"/>
                        <a14:foregroundMark x1="60000" y1="79917" x2="65417" y2="75083"/>
                        <a14:foregroundMark x1="73854" y1="73333" x2="73646" y2="75500"/>
                        <a14:foregroundMark x1="74688" y1="72917" x2="74688" y2="72917"/>
                        <a14:foregroundMark x1="73854" y1="71917" x2="73958" y2="73667"/>
                        <a14:foregroundMark x1="69792" y1="67583" x2="69792" y2="67583"/>
                        <a14:foregroundMark x1="74479" y1="76000" x2="74479" y2="76000"/>
                        <a14:foregroundMark x1="73646" y1="76083" x2="73229" y2="77167"/>
                        <a14:foregroundMark x1="72604" y1="77583" x2="72292" y2="77833"/>
                        <a14:foregroundMark x1="53776" y1="30583" x2="54479" y2="32833"/>
                        <a14:foregroundMark x1="53438" y1="29500" x2="53776" y2="30583"/>
                        <a14:foregroundMark x1="66250" y1="38917" x2="66250" y2="39750"/>
                        <a14:foregroundMark x1="66979" y1="46667" x2="66979" y2="46667"/>
                        <a14:foregroundMark x1="67188" y1="46583" x2="66979" y2="46167"/>
                        <a14:foregroundMark x1="61667" y1="75750" x2="61667" y2="75750"/>
                        <a14:foregroundMark x1="61250" y1="75250" x2="61250" y2="75250"/>
                        <a14:foregroundMark x1="60833" y1="76500" x2="60833" y2="76500"/>
                        <a14:foregroundMark x1="60313" y1="77500" x2="60313" y2="77500"/>
                        <a14:foregroundMark x1="60417" y1="75250" x2="60417" y2="75250"/>
                        <a14:foregroundMark x1="60208" y1="76083" x2="60208" y2="76083"/>
                        <a14:foregroundMark x1="60417" y1="75750" x2="60417" y2="76583"/>
                        <a14:foregroundMark x1="60208" y1="76000" x2="60208" y2="77333"/>
                        <a14:foregroundMark x1="60833" y1="22083" x2="60833" y2="22083"/>
                        <a14:foregroundMark x1="54688" y1="25833" x2="54688" y2="25833"/>
                        <a14:foregroundMark x1="60833" y1="33167" x2="60833" y2="31417"/>
                        <a14:foregroundMark x1="60104" y1="17833" x2="60104" y2="17833"/>
                        <a14:foregroundMark x1="59479" y1="20417" x2="61146" y2="21583"/>
                        <a14:foregroundMark x1="55156" y1="25583" x2="53542" y2="28583"/>
                        <a14:foregroundMark x1="55425" y1="25083" x2="55156" y2="25583"/>
                        <a14:foregroundMark x1="55918" y1="24167" x2="55425" y2="25083"/>
                        <a14:foregroundMark x1="56545" y1="23000" x2="56142" y2="23750"/>
                        <a14:foregroundMark x1="56724" y1="22667" x2="56545" y2="23000"/>
                        <a14:foregroundMark x1="57396" y1="21417" x2="56948" y2="22250"/>
                        <a14:foregroundMark x1="71042" y1="68167" x2="71250" y2="68500"/>
                        <a14:foregroundMark x1="71146" y1="69250" x2="72292" y2="71000"/>
                        <a14:foregroundMark x1="74167" y1="71833" x2="74167" y2="71833"/>
                        <a14:foregroundMark x1="74583" y1="71750" x2="74583" y2="71750"/>
                        <a14:foregroundMark x1="60625" y1="27417" x2="60625" y2="27417"/>
                        <a14:foregroundMark x1="54063" y1="26500" x2="54063" y2="26500"/>
                        <a14:backgroundMark x1="64792" y1="78917" x2="63542" y2="79833"/>
                        <a14:backgroundMark x1="73542" y1="65417" x2="73646" y2="68083"/>
                        <a14:backgroundMark x1="65208" y1="63917" x2="66146" y2="65417"/>
                        <a14:backgroundMark x1="53854" y1="76250" x2="53854" y2="76250"/>
                        <a14:backgroundMark x1="38854" y1="23417" x2="38854" y2="29583"/>
                        <a14:backgroundMark x1="39583" y1="30833" x2="40833" y2="22917"/>
                        <a14:backgroundMark x1="42917" y1="23250" x2="43021" y2="29083"/>
                        <a14:backgroundMark x1="44792" y1="26917" x2="46979" y2="24750"/>
                        <a14:backgroundMark x1="49271" y1="26167" x2="49271" y2="26167"/>
                        <a14:backgroundMark x1="49375" y1="26083" x2="48125" y2="28167"/>
                        <a14:backgroundMark x1="50417" y1="26500" x2="51146" y2="25333"/>
                        <a14:backgroundMark x1="61667" y1="25083" x2="62708" y2="25167"/>
                        <a14:backgroundMark x1="68646" y1="72417" x2="68854" y2="70583"/>
                        <a14:backgroundMark x1="69479" y1="70500" x2="69479" y2="69750"/>
                        <a14:backgroundMark x1="63229" y1="79750" x2="62708" y2="80083"/>
                        <a14:backgroundMark x1="61979" y1="80000" x2="61979" y2="80000"/>
                        <a14:backgroundMark x1="61458" y1="12167" x2="56771" y2="13333"/>
                        <a14:backgroundMark x1="61146" y1="15917" x2="61146" y2="15917"/>
                        <a14:backgroundMark x1="62813" y1="17417" x2="62813" y2="17417"/>
                        <a14:backgroundMark x1="57813" y1="26333" x2="57813" y2="26333"/>
                        <a14:backgroundMark x1="51458" y1="24167" x2="51458" y2="24167"/>
                        <a14:backgroundMark x1="51458" y1="24167" x2="51458" y2="25000"/>
                        <a14:backgroundMark x1="61250" y1="16667" x2="60417" y2="16750"/>
                        <a14:backgroundMark x1="57813" y1="30083" x2="57813" y2="30083"/>
                        <a14:backgroundMark x1="57604" y1="31083" x2="57604" y2="29000"/>
                        <a14:backgroundMark x1="59062" y1="33333" x2="58958" y2="32833"/>
                        <a14:backgroundMark x1="59479" y1="33417" x2="59479" y2="33417"/>
                        <a14:backgroundMark x1="54271" y1="30583" x2="54271" y2="30583"/>
                        <a14:backgroundMark x1="53958" y1="30583" x2="53958" y2="30583"/>
                        <a14:backgroundMark x1="54688" y1="23000" x2="54688" y2="23000"/>
                        <a14:backgroundMark x1="55208" y1="22250" x2="55208" y2="22250"/>
                        <a14:backgroundMark x1="55833" y1="22250" x2="55833" y2="22250"/>
                        <a14:backgroundMark x1="58542" y1="23833" x2="58542" y2="23833"/>
                        <a14:backgroundMark x1="58542" y1="23333" x2="58542" y2="23333"/>
                        <a14:backgroundMark x1="58021" y1="22667" x2="58021" y2="22667"/>
                        <a14:backgroundMark x1="57813" y1="22500" x2="57813" y2="22500"/>
                        <a14:backgroundMark x1="54792" y1="23750" x2="54792" y2="23750"/>
                        <a14:backgroundMark x1="54792" y1="24000" x2="54792" y2="24000"/>
                        <a14:backgroundMark x1="55417" y1="24167" x2="55417" y2="24167"/>
                        <a14:backgroundMark x1="54063" y1="25583" x2="54063" y2="25583"/>
                        <a14:backgroundMark x1="55208" y1="24000" x2="55208" y2="24000"/>
                        <a14:backgroundMark x1="54375" y1="25083" x2="54375" y2="25083"/>
                        <a14:backgroundMark x1="56875" y1="25750" x2="56875" y2="25750"/>
                        <a14:backgroundMark x1="58333" y1="24750" x2="58333" y2="24750"/>
                        <a14:backgroundMark x1="73750" y1="71500" x2="73750" y2="71500"/>
                        <a14:backgroundMark x1="57708" y1="24917" x2="57708" y2="24917"/>
                        <a14:backgroundMark x1="58125" y1="24500" x2="58125" y2="24500"/>
                        <a14:backgroundMark x1="55833" y1="53500" x2="55833" y2="53500"/>
                        <a14:backgroundMark x1="55833" y1="53250" x2="55937" y2="53917"/>
                        <a14:backgroundMark x1="55833" y1="54250" x2="55833" y2="54250"/>
                        <a14:backgroundMark x1="56146" y1="54083" x2="56146" y2="54083"/>
                        <a14:backgroundMark x1="55833" y1="55083" x2="55833" y2="55083"/>
                        <a14:backgroundMark x1="55833" y1="55083" x2="55729" y2="56000"/>
                        <a14:backgroundMark x1="55937" y1="54917" x2="55937" y2="54917"/>
                        <a14:backgroundMark x1="55833" y1="55250" x2="55833" y2="55250"/>
                        <a14:backgroundMark x1="55833" y1="55917" x2="55833" y2="55917"/>
                        <a14:backgroundMark x1="65521" y1="73167" x2="65521" y2="73167"/>
                      </a14:backgroundRemoval>
                    </a14:imgEffect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4" t="16460" r="20737" b="18286"/>
          <a:stretch/>
        </p:blipFill>
        <p:spPr bwMode="auto">
          <a:xfrm>
            <a:off x="2511416" y="-190953"/>
            <a:ext cx="2531388" cy="6400800"/>
          </a:xfrm>
          <a:prstGeom prst="rect">
            <a:avLst/>
          </a:prstGeom>
          <a:noFill/>
          <a:effectLst>
            <a:glow rad="25400">
              <a:schemeClr val="tx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Suns introduce Kevin Durant, who says team has 'all the pieces' to succeed  | NBA.com">
            <a:extLst>
              <a:ext uri="{FF2B5EF4-FFF2-40B4-BE49-F238E27FC236}">
                <a16:creationId xmlns:a16="http://schemas.microsoft.com/office/drawing/2014/main" id="{A1DDABF1-4629-B8BC-59BA-7AA0E3D510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778" b="96019" l="10000" r="90000">
                        <a14:foregroundMark x1="47135" y1="7778" x2="47135" y2="7778"/>
                        <a14:foregroundMark x1="46615" y1="90278" x2="46615" y2="90278"/>
                        <a14:foregroundMark x1="46979" y1="92222" x2="54844" y2="96019"/>
                        <a14:foregroundMark x1="44635" y1="33796" x2="44635" y2="337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955" r="14130"/>
          <a:stretch/>
        </p:blipFill>
        <p:spPr bwMode="auto">
          <a:xfrm>
            <a:off x="1010720" y="798869"/>
            <a:ext cx="4598962" cy="5288540"/>
          </a:xfrm>
          <a:prstGeom prst="rect">
            <a:avLst/>
          </a:prstGeom>
          <a:noFill/>
          <a:effectLst>
            <a:glow rad="635000">
              <a:schemeClr val="tx1">
                <a:alpha val="5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93DD882-EAAD-8A91-0FF8-88F66231B383}"/>
              </a:ext>
            </a:extLst>
          </p:cNvPr>
          <p:cNvSpPr/>
          <p:nvPr/>
        </p:nvSpPr>
        <p:spPr>
          <a:xfrm>
            <a:off x="-26962" y="5577840"/>
            <a:ext cx="4572000" cy="731520"/>
          </a:xfrm>
          <a:prstGeom prst="rect">
            <a:avLst/>
          </a:prstGeom>
          <a:solidFill>
            <a:schemeClr val="tx1">
              <a:alpha val="65000"/>
            </a:schemeClr>
          </a:solidFill>
          <a:effectLst>
            <a:glow rad="308023">
              <a:schemeClr val="tx1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KEVIN DURANT   </a:t>
            </a:r>
          </a:p>
        </p:txBody>
      </p:sp>
    </p:spTree>
    <p:extLst>
      <p:ext uri="{BB962C8B-B14F-4D97-AF65-F5344CB8AC3E}">
        <p14:creationId xmlns:p14="http://schemas.microsoft.com/office/powerpoint/2010/main" val="4263018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25000"/>
              </a:schemeClr>
            </a:gs>
            <a:gs pos="52000">
              <a:schemeClr val="tx1"/>
            </a:gs>
            <a:gs pos="83000">
              <a:schemeClr val="bg2">
                <a:lumMod val="25000"/>
              </a:schemeClr>
            </a:gs>
            <a:gs pos="100000">
              <a:schemeClr val="tx1"/>
            </a:gs>
          </a:gsLst>
          <a:lin ang="30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ECF5C-9D3F-D24F-BC6A-AA671F2B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keleton in a black robe reading a book&#10;&#10;Description automatically generated">
            <a:extLst>
              <a:ext uri="{FF2B5EF4-FFF2-40B4-BE49-F238E27FC236}">
                <a16:creationId xmlns:a16="http://schemas.microsoft.com/office/drawing/2014/main" id="{49962F6C-8AE2-4F12-EB07-5924686C96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 l="12948"/>
          <a:stretch/>
        </p:blipFill>
        <p:spPr>
          <a:xfrm>
            <a:off x="-1000618" y="-762017"/>
            <a:ext cx="5855970" cy="6726987"/>
          </a:xfrm>
          <a:prstGeom prst="rect">
            <a:avLst/>
          </a:prstGeom>
          <a:effectLst>
            <a:softEdge rad="939800"/>
          </a:effectLst>
        </p:spPr>
      </p:pic>
      <p:pic>
        <p:nvPicPr>
          <p:cNvPr id="9" name="Picture 8" descr="A basketball player in white jersey with a ball in his hand&#10;&#10;Description automatically generated">
            <a:extLst>
              <a:ext uri="{FF2B5EF4-FFF2-40B4-BE49-F238E27FC236}">
                <a16:creationId xmlns:a16="http://schemas.microsoft.com/office/drawing/2014/main" id="{86B6DB89-DA1A-134E-EEB6-CE02F40A14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 trans="7000" smoothness="2"/>
                    </a14:imgEffect>
                  </a14:imgLayer>
                </a14:imgProps>
              </a:ext>
            </a:extLst>
          </a:blip>
          <a:srcRect l="19538" t="3855" r="59756" b="8919"/>
          <a:stretch/>
        </p:blipFill>
        <p:spPr>
          <a:xfrm>
            <a:off x="2737620" y="91440"/>
            <a:ext cx="1834380" cy="5151798"/>
          </a:xfrm>
          <a:prstGeom prst="rect">
            <a:avLst/>
          </a:prstGeom>
          <a:effectLst>
            <a:glow rad="50800">
              <a:schemeClr val="tx1"/>
            </a:glow>
          </a:effectLst>
        </p:spPr>
      </p:pic>
      <p:pic>
        <p:nvPicPr>
          <p:cNvPr id="6" name="Picture 5" descr="A screenshot of a basketball player&#10;&#10;Description automatically generated">
            <a:extLst>
              <a:ext uri="{FF2B5EF4-FFF2-40B4-BE49-F238E27FC236}">
                <a16:creationId xmlns:a16="http://schemas.microsoft.com/office/drawing/2014/main" id="{EACF0A17-F293-4365-0536-5E36A7B80D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1973" y1="46598" x2="40654" y2="45568"/>
                        <a14:foregroundMark x1="36372" y1="47941" x2="36053" y2="25873"/>
                        <a14:foregroundMark x1="31308" y1="38093" x2="34404" y2="36571"/>
                        <a14:foregroundMark x1="31308" y1="36750" x2="31308" y2="36750"/>
                        <a14:foregroundMark x1="40104" y1="36213" x2="40104" y2="36213"/>
                        <a14:foregroundMark x1="41985" y1="36750" x2="40451" y2="36392"/>
                        <a14:backgroundMark x1="28009" y1="55461" x2="28009" y2="54252"/>
                        <a14:backgroundMark x1="24190" y1="83483" x2="24508" y2="76858"/>
                        <a14:backgroundMark x1="16580" y1="54432" x2="18895" y2="40824"/>
                        <a14:backgroundMark x1="46701" y1="35363" x2="50434" y2="49508"/>
                        <a14:backgroundMark x1="45833" y1="26365" x2="44734" y2="22784"/>
                        <a14:backgroundMark x1="44734" y1="71755" x2="44734" y2="71755"/>
                        <a14:backgroundMark x1="42650" y1="59176" x2="42650" y2="59176"/>
                      </a14:backgroundRemoval>
                    </a14:imgEffect>
                  </a14:imgLayer>
                </a14:imgProps>
              </a:ext>
            </a:extLst>
          </a:blip>
          <a:srcRect l="21862" t="17726" r="50000" b="28996"/>
          <a:stretch/>
        </p:blipFill>
        <p:spPr>
          <a:xfrm>
            <a:off x="30911" y="942975"/>
            <a:ext cx="4459147" cy="5457825"/>
          </a:xfrm>
          <a:prstGeom prst="rect">
            <a:avLst/>
          </a:prstGeom>
          <a:effectLst>
            <a:glow rad="381000">
              <a:schemeClr val="tx1">
                <a:alpha val="50000"/>
              </a:schemeClr>
            </a:glo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00EB1C-C305-5B51-5A35-B90274EBEC12}"/>
              </a:ext>
            </a:extLst>
          </p:cNvPr>
          <p:cNvSpPr/>
          <p:nvPr/>
        </p:nvSpPr>
        <p:spPr>
          <a:xfrm>
            <a:off x="-26962" y="5577840"/>
            <a:ext cx="4572000" cy="731520"/>
          </a:xfrm>
          <a:prstGeom prst="rect">
            <a:avLst/>
          </a:prstGeom>
          <a:solidFill>
            <a:schemeClr val="tx1">
              <a:alpha val="0"/>
            </a:schemeClr>
          </a:solidFill>
          <a:effectLst>
            <a:glow rad="308023">
              <a:schemeClr val="tx1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Michael Porter Jr.</a:t>
            </a:r>
          </a:p>
          <a:p>
            <a:pPr algn="r"/>
            <a:r>
              <a:rPr lang="en-US" sz="1600" b="1" dirty="0">
                <a:solidFill>
                  <a:schemeClr val="bg2">
                    <a:lumMod val="90000"/>
                  </a:schemeClr>
                </a:solidFill>
              </a:rPr>
              <a:t>Denver Nuggets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70B70-800D-DDEA-12E8-BFCC23D5F4DA}"/>
              </a:ext>
            </a:extLst>
          </p:cNvPr>
          <p:cNvSpPr/>
          <p:nvPr/>
        </p:nvSpPr>
        <p:spPr>
          <a:xfrm>
            <a:off x="-30911" y="5568052"/>
            <a:ext cx="4572000" cy="731520"/>
          </a:xfrm>
          <a:prstGeom prst="rect">
            <a:avLst/>
          </a:prstGeom>
          <a:solidFill>
            <a:schemeClr val="tx1">
              <a:alpha val="65000"/>
            </a:schemeClr>
          </a:solidFill>
          <a:effectLst>
            <a:glow rad="308023">
              <a:schemeClr val="tx1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Michael Porter Jr.</a:t>
            </a:r>
          </a:p>
        </p:txBody>
      </p:sp>
    </p:spTree>
    <p:extLst>
      <p:ext uri="{BB962C8B-B14F-4D97-AF65-F5344CB8AC3E}">
        <p14:creationId xmlns:p14="http://schemas.microsoft.com/office/powerpoint/2010/main" val="395307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25000"/>
              </a:schemeClr>
            </a:gs>
            <a:gs pos="52000">
              <a:schemeClr val="tx1"/>
            </a:gs>
            <a:gs pos="83000">
              <a:schemeClr val="bg2">
                <a:lumMod val="25000"/>
              </a:schemeClr>
            </a:gs>
            <a:gs pos="100000">
              <a:schemeClr val="tx1"/>
            </a:gs>
          </a:gsLst>
          <a:lin ang="30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6B3B7-60CC-6EF1-A8B2-5EE4A6EC2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keleton in a black robe reading a book&#10;&#10;Description automatically generated">
            <a:extLst>
              <a:ext uri="{FF2B5EF4-FFF2-40B4-BE49-F238E27FC236}">
                <a16:creationId xmlns:a16="http://schemas.microsoft.com/office/drawing/2014/main" id="{7A7475CE-5385-0C51-26ED-C41D532147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 l="12948"/>
          <a:stretch/>
        </p:blipFill>
        <p:spPr>
          <a:xfrm>
            <a:off x="-1000618" y="-762017"/>
            <a:ext cx="5855970" cy="6726987"/>
          </a:xfrm>
          <a:prstGeom prst="rect">
            <a:avLst/>
          </a:prstGeom>
          <a:effectLst>
            <a:softEdge rad="9398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914B50-16CF-167F-E74E-DD222537BA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83" b="99750" l="10000" r="90000">
                        <a14:foregroundMark x1="54417" y1="42750" x2="54417" y2="42750"/>
                        <a14:foregroundMark x1="52500" y1="43750" x2="52500" y2="43750"/>
                        <a14:foregroundMark x1="50167" y1="28833" x2="50167" y2="28833"/>
                        <a14:foregroundMark x1="48500" y1="27833" x2="48500" y2="27833"/>
                        <a14:foregroundMark x1="48500" y1="27833" x2="47500" y2="26750"/>
                        <a14:foregroundMark x1="48333" y1="26917" x2="49167" y2="26583"/>
                        <a14:foregroundMark x1="49167" y1="26417" x2="47500" y2="26917"/>
                        <a14:foregroundMark x1="49667" y1="27417" x2="50000" y2="24417"/>
                        <a14:foregroundMark x1="49000" y1="27250" x2="48833" y2="31167"/>
                        <a14:foregroundMark x1="47417" y1="28333" x2="47417" y2="31500"/>
                        <a14:foregroundMark x1="46917" y1="26750" x2="45583" y2="29833"/>
                        <a14:foregroundMark x1="50833" y1="37417" x2="49667" y2="30000"/>
                        <a14:foregroundMark x1="49667" y1="29833" x2="53250" y2="32583"/>
                        <a14:foregroundMark x1="53250" y1="90500" x2="53417" y2="94750"/>
                        <a14:foregroundMark x1="54750" y1="97667" x2="54750" y2="97667"/>
                        <a14:foregroundMark x1="54707" y1="96889" x2="55083" y2="99833"/>
                        <a14:foregroundMark x1="54366" y1="94213" x2="54494" y2="95217"/>
                        <a14:foregroundMark x1="54083" y1="92000" x2="54350" y2="94094"/>
                        <a14:foregroundMark x1="69167" y1="85917" x2="67500" y2="77667"/>
                        <a14:foregroundMark x1="67500" y1="77500" x2="65583" y2="70833"/>
                        <a14:foregroundMark x1="52583" y1="72917" x2="53583" y2="89667"/>
                        <a14:foregroundMark x1="48833" y1="67667" x2="49167" y2="69167"/>
                        <a14:foregroundMark x1="48167" y1="66583" x2="47920" y2="64122"/>
                        <a14:foregroundMark x1="51167" y1="81500" x2="51167" y2="83917"/>
                        <a14:foregroundMark x1="47250" y1="48333" x2="47250" y2="50000"/>
                        <a14:foregroundMark x1="65250" y1="65250" x2="62750" y2="56917"/>
                        <a14:foregroundMark x1="59333" y1="48833" x2="58667" y2="44417"/>
                        <a14:foregroundMark x1="59333" y1="47500" x2="59500" y2="50500"/>
                        <a14:foregroundMark x1="61833" y1="54917" x2="62500" y2="57083"/>
                        <a14:foregroundMark x1="62917" y1="56417" x2="62167" y2="54750"/>
                        <a14:foregroundMark x1="60667" y1="52500" x2="60667" y2="52500"/>
                        <a14:foregroundMark x1="61000" y1="54333" x2="63333" y2="56667"/>
                        <a14:foregroundMark x1="59833" y1="49750" x2="59833" y2="49750"/>
                        <a14:foregroundMark x1="62386" y1="22433" x2="62833" y2="18000"/>
                        <a14:foregroundMark x1="61750" y1="28750" x2="62160" y2="24678"/>
                        <a14:foregroundMark x1="62833" y1="18000" x2="59583" y2="7750"/>
                        <a14:foregroundMark x1="59583" y1="7750" x2="61167" y2="5083"/>
                        <a14:foregroundMark x1="53417" y1="11167" x2="52750" y2="14583"/>
                        <a14:foregroundMark x1="51667" y1="15917" x2="51667" y2="15917"/>
                        <a14:foregroundMark x1="52667" y1="14083" x2="52250" y2="16333"/>
                        <a14:foregroundMark x1="59083" y1="46333" x2="57833" y2="44167"/>
                        <a14:foregroundMark x1="57833" y1="44167" x2="59083" y2="45333"/>
                        <a14:foregroundMark x1="58583" y1="44667" x2="58583" y2="44667"/>
                        <a14:foregroundMark x1="71417" y1="92750" x2="72750" y2="98083"/>
                        <a14:foregroundMark x1="55333" y1="94167" x2="55333" y2="94167"/>
                        <a14:foregroundMark x1="55167" y1="93250" x2="54833" y2="91750"/>
                        <a14:foregroundMark x1="47167" y1="62750" x2="47167" y2="62750"/>
                        <a14:foregroundMark x1="54333" y1="95333" x2="54833" y2="96667"/>
                        <a14:foregroundMark x1="55250" y1="96250" x2="55083" y2="95167"/>
                        <a14:foregroundMark x1="54667" y1="94583" x2="56750" y2="97167"/>
                        <a14:backgroundMark x1="62250" y1="23417" x2="62250" y2="23417"/>
                        <a14:backgroundMark x1="62250" y1="23250" x2="62417" y2="24333"/>
                        <a14:backgroundMark x1="61750" y1="24333" x2="61750" y2="24333"/>
                        <a14:backgroundMark x1="62000" y1="24583" x2="62000" y2="24583"/>
                        <a14:backgroundMark x1="62000" y1="23250" x2="62000" y2="23250"/>
                        <a14:backgroundMark x1="62167" y1="22750" x2="62167" y2="22750"/>
                        <a14:backgroundMark x1="62167" y1="22417" x2="62000" y2="24667"/>
                        <a14:backgroundMark x1="62000" y1="22750" x2="62000" y2="22750"/>
                        <a14:backgroundMark x1="55167" y1="13250" x2="55167" y2="13250"/>
                        <a14:backgroundMark x1="41250" y1="86750" x2="40417" y2="69083"/>
                        <a14:backgroundMark x1="63000" y1="87833" x2="58583" y2="72667"/>
                        <a14:backgroundMark x1="57750" y1="69000" x2="63667" y2="77583"/>
                        <a14:backgroundMark x1="63667" y1="77583" x2="64667" y2="81000"/>
                        <a14:backgroundMark x1="67583" y1="95583" x2="67333" y2="96583"/>
                        <a14:backgroundMark x1="46083" y1="81250" x2="46083" y2="81250"/>
                        <a14:backgroundMark x1="57083" y1="65083" x2="57083" y2="65083"/>
                        <a14:backgroundMark x1="46417" y1="62417" x2="46417" y2="62417"/>
                        <a14:backgroundMark x1="46750" y1="62917" x2="46750" y2="61500"/>
                        <a14:backgroundMark x1="46417" y1="62500" x2="46750" y2="64333"/>
                        <a14:backgroundMark x1="57833" y1="97167" x2="56917" y2="94000"/>
                      </a14:backgroundRemoval>
                    </a14:imgEffect>
                    <a14:imgEffect>
                      <a14:artisticGlowEdges/>
                    </a14:imgEffect>
                  </a14:imgLayer>
                </a14:imgProps>
              </a:ext>
            </a:extLst>
          </a:blip>
          <a:srcRect l="41567" r="22296"/>
          <a:stretch/>
        </p:blipFill>
        <p:spPr>
          <a:xfrm>
            <a:off x="2886321" y="0"/>
            <a:ext cx="1782205" cy="4931829"/>
          </a:xfrm>
          <a:prstGeom prst="rect">
            <a:avLst/>
          </a:prstGeom>
          <a:effectLst>
            <a:glow rad="25400">
              <a:schemeClr val="tx1"/>
            </a:glo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E8DDA48-0999-D37B-E20D-5A6E9D1F48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03" b="99218" l="9802" r="89990">
                        <a14:foregroundMark x1="45985" y1="17527" x2="51303" y2="16119"/>
                        <a14:foregroundMark x1="54849" y1="17997" x2="54849" y2="17997"/>
                        <a14:foregroundMark x1="54953" y1="18466" x2="54953" y2="18466"/>
                        <a14:foregroundMark x1="49009" y1="13928" x2="49009" y2="13928"/>
                        <a14:foregroundMark x1="44734" y1="33490" x2="45255" y2="44444"/>
                        <a14:foregroundMark x1="56830" y1="46166" x2="56830" y2="46166"/>
                        <a14:foregroundMark x1="58498" y1="69953" x2="58498" y2="69953"/>
                        <a14:foregroundMark x1="58498" y1="70266" x2="58290" y2="91080"/>
                        <a14:foregroundMark x1="68717" y1="90454" x2="69135" y2="95305"/>
                        <a14:foregroundMark x1="50886" y1="85290" x2="50678" y2="97809"/>
                        <a14:foregroundMark x1="34202" y1="99061" x2="34202" y2="99061"/>
                        <a14:foregroundMark x1="58498" y1="99218" x2="58498" y2="99218"/>
                        <a14:foregroundMark x1="69447" y1="99218" x2="69447" y2="99218"/>
                        <a14:backgroundMark x1="64338" y1="71987" x2="64338" y2="71987"/>
                        <a14:backgroundMark x1="63816" y1="69797" x2="63816" y2="69797"/>
                        <a14:backgroundMark x1="66423" y1="96088" x2="66423" y2="96088"/>
                        <a14:backgroundMark x1="38686" y1="96088" x2="38686" y2="96088"/>
                        <a14:backgroundMark x1="38686" y1="96088" x2="38686" y2="96088"/>
                        <a14:backgroundMark x1="38895" y1="94679" x2="38895" y2="97496"/>
                      </a14:backgroundRemoval>
                    </a14:imgEffect>
                  </a14:imgLayer>
                </a14:imgProps>
              </a:ext>
            </a:extLst>
          </a:blip>
          <a:srcRect l="27647" t="8927" r="21470"/>
          <a:stretch/>
        </p:blipFill>
        <p:spPr>
          <a:xfrm>
            <a:off x="194476" y="938839"/>
            <a:ext cx="4582205" cy="5461961"/>
          </a:xfrm>
          <a:prstGeom prst="rect">
            <a:avLst/>
          </a:prstGeom>
          <a:effectLst>
            <a:glow rad="381000">
              <a:schemeClr val="tx1">
                <a:alpha val="50000"/>
              </a:schemeClr>
            </a:glo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F30ED50-A170-0BA8-7D4B-BC3B6C419144}"/>
              </a:ext>
            </a:extLst>
          </p:cNvPr>
          <p:cNvSpPr/>
          <p:nvPr/>
        </p:nvSpPr>
        <p:spPr>
          <a:xfrm>
            <a:off x="-26962" y="5577840"/>
            <a:ext cx="4572000" cy="731520"/>
          </a:xfrm>
          <a:prstGeom prst="rect">
            <a:avLst/>
          </a:prstGeom>
          <a:solidFill>
            <a:schemeClr val="tx1">
              <a:alpha val="65000"/>
            </a:schemeClr>
          </a:solidFill>
          <a:effectLst>
            <a:glow rad="308023">
              <a:schemeClr val="tx1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Brandon Ingram</a:t>
            </a:r>
          </a:p>
        </p:txBody>
      </p:sp>
    </p:spTree>
    <p:extLst>
      <p:ext uri="{BB962C8B-B14F-4D97-AF65-F5344CB8AC3E}">
        <p14:creationId xmlns:p14="http://schemas.microsoft.com/office/powerpoint/2010/main" val="1618287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25000"/>
              </a:schemeClr>
            </a:gs>
            <a:gs pos="52000">
              <a:schemeClr val="tx1"/>
            </a:gs>
            <a:gs pos="83000">
              <a:schemeClr val="bg2">
                <a:lumMod val="25000"/>
              </a:schemeClr>
            </a:gs>
            <a:gs pos="100000">
              <a:schemeClr val="tx1"/>
            </a:gs>
          </a:gsLst>
          <a:lin ang="30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F1F01-03F7-148B-A15A-E3EB3F6C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keleton in a black robe reading a book&#10;&#10;Description automatically generated">
            <a:extLst>
              <a:ext uri="{FF2B5EF4-FFF2-40B4-BE49-F238E27FC236}">
                <a16:creationId xmlns:a16="http://schemas.microsoft.com/office/drawing/2014/main" id="{625A06A6-4A58-81D3-8722-E3607E124B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 l="12948"/>
          <a:stretch/>
        </p:blipFill>
        <p:spPr>
          <a:xfrm>
            <a:off x="-1000618" y="-762017"/>
            <a:ext cx="5855970" cy="6726987"/>
          </a:xfrm>
          <a:prstGeom prst="rect">
            <a:avLst/>
          </a:prstGeom>
          <a:effectLst>
            <a:softEdge rad="9398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C03CCE-22A0-79D3-CD2E-8377F4EF31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9444" l="10000" r="90000">
                        <a14:foregroundMark x1="40547" y1="30833" x2="40938" y2="29306"/>
                        <a14:foregroundMark x1="40625" y1="38333" x2="40994" y2="39851"/>
                        <a14:foregroundMark x1="41406" y1="46250" x2="41328" y2="49722"/>
                        <a14:foregroundMark x1="38727" y1="56806" x2="40000" y2="63472"/>
                        <a14:foregroundMark x1="38594" y1="56111" x2="38727" y2="56806"/>
                        <a14:foregroundMark x1="40000" y1="63472" x2="40078" y2="67222"/>
                        <a14:foregroundMark x1="43006" y1="88895" x2="43281" y2="94167"/>
                        <a14:foregroundMark x1="42578" y1="80694" x2="42835" y2="85617"/>
                        <a14:foregroundMark x1="39063" y1="99444" x2="39063" y2="99444"/>
                        <a14:foregroundMark x1="40938" y1="90556" x2="40938" y2="90556"/>
                        <a14:foregroundMark x1="40938" y1="91806" x2="40938" y2="91806"/>
                        <a14:foregroundMark x1="41016" y1="92500" x2="41016" y2="92500"/>
                        <a14:foregroundMark x1="41094" y1="92083" x2="40938" y2="89167"/>
                        <a14:foregroundMark x1="39063" y1="55972" x2="39063" y2="55972"/>
                        <a14:foregroundMark x1="36875" y1="37083" x2="36875" y2="37083"/>
                        <a14:backgroundMark x1="29609" y1="58611" x2="30234" y2="25972"/>
                        <a14:backgroundMark x1="31797" y1="33194" x2="35156" y2="33472"/>
                        <a14:backgroundMark x1="36125" y1="37083" x2="36250" y2="48472"/>
                        <a14:backgroundMark x1="36094" y1="34306" x2="36125" y2="37083"/>
                        <a14:backgroundMark x1="41484" y1="81250" x2="42109" y2="90278"/>
                        <a14:backgroundMark x1="41406" y1="78750" x2="41406" y2="78750"/>
                        <a14:backgroundMark x1="41641" y1="98472" x2="41641" y2="97917"/>
                        <a14:backgroundMark x1="47891" y1="91667" x2="48125" y2="99444"/>
                        <a14:backgroundMark x1="35938" y1="56528" x2="35938" y2="56528"/>
                        <a14:backgroundMark x1="38203" y1="56806" x2="38203" y2="56806"/>
                        <a14:backgroundMark x1="42266" y1="85833" x2="42656" y2="89028"/>
                        <a14:backgroundMark x1="40859" y1="41667" x2="40859" y2="41667"/>
                        <a14:backgroundMark x1="40859" y1="40833" x2="40859" y2="42500"/>
                        <a14:backgroundMark x1="40781" y1="40139" x2="40781" y2="40139"/>
                        <a14:backgroundMark x1="40781" y1="40139" x2="40938" y2="40833"/>
                        <a14:backgroundMark x1="40703" y1="43611" x2="40703" y2="43611"/>
                        <a14:backgroundMark x1="40938" y1="39861" x2="40938" y2="39861"/>
                        <a14:backgroundMark x1="40859" y1="40278" x2="40859" y2="40278"/>
                        <a14:backgroundMark x1="40859" y1="40278" x2="40859" y2="40278"/>
                        <a14:backgroundMark x1="40859" y1="40278" x2="40859" y2="41111"/>
                        <a14:backgroundMark x1="40781" y1="40694" x2="40781" y2="40694"/>
                        <a14:backgroundMark x1="40781" y1="40278" x2="40859" y2="40833"/>
                        <a14:backgroundMark x1="40859" y1="40417" x2="40859" y2="40417"/>
                        <a14:backgroundMark x1="40859" y1="39861" x2="40938" y2="43333"/>
                        <a14:backgroundMark x1="44219" y1="80000" x2="44219" y2="78889"/>
                      </a14:backgroundRemoval>
                    </a14:imgEffect>
                    <a14:imgEffect>
                      <a14:artisticGlowEdges/>
                    </a14:imgEffect>
                  </a14:imgLayer>
                </a14:imgProps>
              </a:ext>
            </a:extLst>
          </a:blip>
          <a:srcRect l="35757" t="23545" r="54517"/>
          <a:stretch/>
        </p:blipFill>
        <p:spPr>
          <a:xfrm>
            <a:off x="3235667" y="-84054"/>
            <a:ext cx="1270781" cy="56209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076844-838F-4EB6-CB53-4E65CCD603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621" b="99532" l="10000" r="90000">
                        <a14:foregroundMark x1="55658" y1="88056" x2="55658" y2="99532"/>
                        <a14:foregroundMark x1="47237" y1="11944" x2="47895" y2="5621"/>
                        <a14:foregroundMark x1="51316" y1="6792" x2="53289" y2="13817"/>
                        <a14:foregroundMark x1="43026" y1="11944" x2="43684" y2="17799"/>
                        <a14:foregroundMark x1="39342" y1="66042" x2="39079" y2="95316"/>
                        <a14:foregroundMark x1="43947" y1="34895" x2="43947" y2="34895"/>
                        <a14:foregroundMark x1="55000" y1="32787" x2="55000" y2="32787"/>
                        <a14:foregroundMark x1="52763" y1="11241" x2="52763" y2="11241"/>
                        <a14:foregroundMark x1="53289" y1="9836" x2="53421" y2="13115"/>
                        <a14:backgroundMark x1="36974" y1="71429" x2="36974" y2="71429"/>
                        <a14:backgroundMark x1="36974" y1="70023" x2="36974" y2="70023"/>
                      </a14:backgroundRemoval>
                    </a14:imgEffect>
                  </a14:imgLayer>
                </a14:imgProps>
              </a:ext>
            </a:extLst>
          </a:blip>
          <a:srcRect l="16878" r="26018"/>
          <a:stretch/>
        </p:blipFill>
        <p:spPr>
          <a:xfrm>
            <a:off x="-557325" y="1058029"/>
            <a:ext cx="4969384" cy="4885571"/>
          </a:xfrm>
          <a:prstGeom prst="rect">
            <a:avLst/>
          </a:prstGeom>
          <a:effectLst>
            <a:glow rad="381000">
              <a:schemeClr val="tx1">
                <a:alpha val="50000"/>
              </a:schemeClr>
            </a:glo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291563F-00AC-3821-909D-ABD0926020B9}"/>
              </a:ext>
            </a:extLst>
          </p:cNvPr>
          <p:cNvSpPr/>
          <p:nvPr/>
        </p:nvSpPr>
        <p:spPr>
          <a:xfrm>
            <a:off x="-26962" y="5577840"/>
            <a:ext cx="4572000" cy="731520"/>
          </a:xfrm>
          <a:prstGeom prst="rect">
            <a:avLst/>
          </a:prstGeom>
          <a:solidFill>
            <a:schemeClr val="tx1">
              <a:alpha val="65000"/>
            </a:schemeClr>
          </a:solidFill>
          <a:effectLst>
            <a:glow rad="308023">
              <a:schemeClr val="tx1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Franz Wagner</a:t>
            </a:r>
          </a:p>
        </p:txBody>
      </p:sp>
    </p:spTree>
    <p:extLst>
      <p:ext uri="{BB962C8B-B14F-4D97-AF65-F5344CB8AC3E}">
        <p14:creationId xmlns:p14="http://schemas.microsoft.com/office/powerpoint/2010/main" val="3830217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25000"/>
              </a:schemeClr>
            </a:gs>
            <a:gs pos="52000">
              <a:schemeClr val="tx1"/>
            </a:gs>
            <a:gs pos="83000">
              <a:schemeClr val="bg2">
                <a:lumMod val="25000"/>
              </a:schemeClr>
            </a:gs>
            <a:gs pos="100000">
              <a:schemeClr val="tx1"/>
            </a:gs>
          </a:gsLst>
          <a:lin ang="30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9C656E-44A8-C1B1-087A-8A12BD212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keleton in a black robe reading a book&#10;&#10;Description automatically generated">
            <a:extLst>
              <a:ext uri="{FF2B5EF4-FFF2-40B4-BE49-F238E27FC236}">
                <a16:creationId xmlns:a16="http://schemas.microsoft.com/office/drawing/2014/main" id="{D54295AD-617D-B2B4-BA57-2DEB58924F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 l="12948"/>
          <a:stretch/>
        </p:blipFill>
        <p:spPr>
          <a:xfrm>
            <a:off x="-1000618" y="-762017"/>
            <a:ext cx="5855970" cy="6726987"/>
          </a:xfrm>
          <a:prstGeom prst="rect">
            <a:avLst/>
          </a:prstGeom>
          <a:effectLst>
            <a:softEdge rad="9398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D6FAE1-BBD2-7A39-BE39-BA246AD63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995" b="97150" l="9913" r="89942">
                        <a14:foregroundMark x1="35714" y1="18653" x2="35714" y2="18653"/>
                        <a14:foregroundMark x1="35714" y1="17876" x2="36006" y2="21244"/>
                        <a14:foregroundMark x1="40525" y1="6995" x2="40962" y2="10104"/>
                        <a14:foregroundMark x1="34694" y1="19689" x2="36735" y2="16062"/>
                        <a14:foregroundMark x1="34257" y1="17617" x2="35569" y2="21244"/>
                        <a14:foregroundMark x1="49708" y1="90674" x2="48980" y2="88342"/>
                        <a14:foregroundMark x1="38921" y1="89119" x2="40525" y2="93782"/>
                        <a14:foregroundMark x1="40037" y1="95400" x2="38047" y2="92487"/>
                        <a14:foregroundMark x1="45481" y1="59585" x2="49417" y2="79534"/>
                        <a14:foregroundMark x1="51458" y1="94560" x2="51458" y2="94560"/>
                        <a14:foregroundMark x1="40379" y1="61399" x2="40467" y2="62953"/>
                        <a14:foregroundMark x1="40681" y1="96527" x2="40962" y2="97150"/>
                        <a14:foregroundMark x1="39650" y1="83420" x2="39796" y2="75907"/>
                        <a14:foregroundMark x1="41983" y1="96632" x2="41983" y2="96632"/>
                        <a14:backgroundMark x1="62682" y1="31606" x2="65015" y2="93005"/>
                        <a14:backgroundMark x1="65015" y1="93005" x2="66327" y2="99741"/>
                        <a14:backgroundMark x1="52624" y1="55699" x2="56414" y2="75389"/>
                        <a14:backgroundMark x1="56414" y1="75389" x2="58746" y2="79275"/>
                        <a14:backgroundMark x1="43878" y1="73575" x2="43878" y2="81088"/>
                        <a14:backgroundMark x1="43440" y1="68394" x2="44752" y2="75648"/>
                        <a14:backgroundMark x1="43149" y1="68912" x2="44898" y2="73575"/>
                        <a14:backgroundMark x1="44315" y1="67876" x2="44752" y2="71244"/>
                        <a14:backgroundMark x1="42857" y1="65803" x2="42566" y2="70207"/>
                        <a14:backgroundMark x1="29446" y1="86010" x2="29155" y2="52591"/>
                        <a14:backgroundMark x1="45773" y1="76166" x2="45773" y2="76166"/>
                        <a14:backgroundMark x1="41837" y1="74093" x2="41837" y2="74093"/>
                        <a14:backgroundMark x1="42857" y1="64508" x2="42857" y2="64508"/>
                        <a14:backgroundMark x1="42857" y1="62953" x2="42857" y2="63990"/>
                        <a14:backgroundMark x1="46793" y1="98187" x2="48105" y2="99741"/>
                        <a14:backgroundMark x1="34694" y1="98705" x2="36735" y2="98964"/>
                        <a14:backgroundMark x1="36735" y1="98705" x2="39650" y2="99223"/>
                        <a14:backgroundMark x1="40087" y1="99482" x2="41545" y2="99741"/>
                        <a14:backgroundMark x1="43440" y1="94560" x2="42420" y2="92487"/>
                      </a14:backgroundRemoval>
                    </a14:imgEffect>
                    <a14:imgEffect>
                      <a14:artisticGlowEdges/>
                    </a14:imgEffect>
                    <a14:imgEffect>
                      <a14:sharpenSoften amount="10000"/>
                    </a14:imgEffect>
                    <a14:imgEffect>
                      <a14:brightnessContrast contrast="-5000"/>
                    </a14:imgEffect>
                  </a14:imgLayer>
                </a14:imgProps>
              </a:ext>
            </a:extLst>
          </a:blip>
          <a:srcRect l="29428" r="43983"/>
          <a:stretch/>
        </p:blipFill>
        <p:spPr>
          <a:xfrm rot="158166">
            <a:off x="2407606" y="48644"/>
            <a:ext cx="2526272" cy="53461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5691B7E-70FA-D106-5F48-A984B47D8B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500" b="97500" l="10000" r="90000">
                        <a14:foregroundMark x1="47214" y1="34143" x2="46143" y2="12500"/>
                        <a14:foregroundMark x1="36643" y1="12500" x2="46500" y2="7286"/>
                        <a14:foregroundMark x1="46500" y1="7286" x2="48071" y2="7214"/>
                        <a14:foregroundMark x1="50000" y1="7786" x2="38143" y2="8786"/>
                        <a14:foregroundMark x1="38143" y1="8786" x2="33857" y2="15286"/>
                        <a14:foregroundMark x1="45571" y1="5571" x2="52214" y2="10571"/>
                        <a14:foregroundMark x1="39429" y1="5286" x2="33857" y2="14214"/>
                        <a14:foregroundMark x1="33857" y1="14214" x2="35286" y2="18357"/>
                        <a14:foregroundMark x1="45000" y1="2500" x2="45000" y2="2500"/>
                        <a14:foregroundMark x1="51929" y1="12500" x2="51929" y2="12500"/>
                        <a14:foregroundMark x1="50857" y1="39714" x2="51143" y2="54429"/>
                        <a14:foregroundMark x1="41357" y1="44429" x2="36643" y2="51357"/>
                        <a14:foregroundMark x1="44429" y1="57214" x2="40857" y2="66929"/>
                        <a14:foregroundMark x1="36643" y1="46143" x2="34714" y2="54714"/>
                        <a14:foregroundMark x1="29714" y1="41643" x2="40857" y2="40857"/>
                        <a14:foregroundMark x1="40857" y1="40857" x2="41357" y2="40857"/>
                        <a14:foregroundMark x1="48857" y1="38643" x2="60286" y2="38643"/>
                        <a14:foregroundMark x1="37500" y1="97500" x2="35857" y2="88857"/>
                        <a14:foregroundMark x1="60286" y1="89714" x2="58071" y2="82500"/>
                        <a14:foregroundMark x1="47786" y1="66143" x2="47500" y2="61929"/>
                        <a14:foregroundMark x1="52786" y1="11357" x2="52786" y2="11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8851" y="895041"/>
            <a:ext cx="5505759" cy="5505759"/>
          </a:xfrm>
          <a:prstGeom prst="rect">
            <a:avLst/>
          </a:prstGeom>
          <a:effectLst>
            <a:glow rad="381000">
              <a:schemeClr val="tx1">
                <a:alpha val="50000"/>
              </a:schemeClr>
            </a:glo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CD096C5-C118-05FD-0B5D-38EF93E64F4C}"/>
              </a:ext>
            </a:extLst>
          </p:cNvPr>
          <p:cNvSpPr/>
          <p:nvPr/>
        </p:nvSpPr>
        <p:spPr>
          <a:xfrm>
            <a:off x="-26962" y="5577840"/>
            <a:ext cx="4572000" cy="731520"/>
          </a:xfrm>
          <a:prstGeom prst="rect">
            <a:avLst/>
          </a:prstGeom>
          <a:solidFill>
            <a:schemeClr val="tx1">
              <a:alpha val="65000"/>
            </a:schemeClr>
          </a:solidFill>
          <a:effectLst>
            <a:glow rad="308023">
              <a:schemeClr val="tx1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Victor </a:t>
            </a:r>
            <a:r>
              <a:rPr lang="en-US" sz="3200" b="1" dirty="0" err="1"/>
              <a:t>Wembanyama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5516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25000"/>
              </a:schemeClr>
            </a:gs>
            <a:gs pos="52000">
              <a:schemeClr val="tx1"/>
            </a:gs>
            <a:gs pos="83000">
              <a:schemeClr val="bg2">
                <a:lumMod val="25000"/>
              </a:schemeClr>
            </a:gs>
            <a:gs pos="100000">
              <a:schemeClr val="tx1"/>
            </a:gs>
          </a:gsLst>
          <a:lin ang="30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FC211-F3BF-1540-A8C4-371D2F2B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keleton in a black robe reading a book&#10;&#10;Description automatically generated">
            <a:extLst>
              <a:ext uri="{FF2B5EF4-FFF2-40B4-BE49-F238E27FC236}">
                <a16:creationId xmlns:a16="http://schemas.microsoft.com/office/drawing/2014/main" id="{7070D87A-1756-3C48-4259-20B645B3E6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 l="12948"/>
          <a:stretch/>
        </p:blipFill>
        <p:spPr>
          <a:xfrm>
            <a:off x="-1000618" y="-762017"/>
            <a:ext cx="5855970" cy="6726987"/>
          </a:xfrm>
          <a:prstGeom prst="rect">
            <a:avLst/>
          </a:prstGeom>
          <a:effectLst>
            <a:softEdge rad="9398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C9A2B4-B5F3-57DC-E791-E3AA740F4A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162" b="97878" l="9932" r="89384">
                        <a14:foregroundMark x1="30479" y1="7427" x2="33562" y2="7427"/>
                        <a14:foregroundMark x1="37997" y1="89125" x2="38356" y2="87268"/>
                        <a14:foregroundMark x1="37329" y1="92573" x2="37997" y2="89125"/>
                        <a14:foregroundMark x1="35274" y1="96552" x2="36644" y2="97878"/>
                        <a14:foregroundMark x1="20890" y1="48806" x2="22945" y2="41114"/>
                        <a14:foregroundMark x1="32192" y1="77719" x2="32192" y2="80637"/>
                        <a14:foregroundMark x1="35274" y1="89125" x2="35274" y2="89125"/>
                        <a14:foregroundMark x1="34247" y1="90186" x2="34247" y2="90186"/>
                        <a14:foregroundMark x1="25342" y1="91777" x2="25342" y2="91777"/>
                        <a14:foregroundMark x1="23288" y1="91777" x2="23288" y2="91777"/>
                        <a14:foregroundMark x1="23630" y1="92042" x2="23630" y2="92042"/>
                        <a14:foregroundMark x1="23973" y1="92838" x2="23973" y2="92838"/>
                        <a14:foregroundMark x1="23973" y1="92838" x2="23973" y2="92838"/>
                        <a14:foregroundMark x1="23973" y1="92838" x2="23973" y2="90716"/>
                        <a14:foregroundMark x1="23288" y1="90186" x2="23912" y2="90186"/>
                        <a14:backgroundMark x1="69178" y1="54111" x2="88699" y2="54111"/>
                        <a14:backgroundMark x1="77397" y1="45889" x2="64726" y2="27321"/>
                        <a14:backgroundMark x1="59932" y1="27586" x2="63356" y2="30769"/>
                        <a14:backgroundMark x1="56507" y1="18833" x2="57877" y2="21751"/>
                        <a14:backgroundMark x1="34589" y1="84085" x2="34589" y2="84085"/>
                        <a14:backgroundMark x1="43493" y1="23607" x2="43493" y2="23607"/>
                        <a14:backgroundMark x1="39384" y1="24934" x2="39384" y2="24934"/>
                        <a14:backgroundMark x1="37671" y1="24934" x2="37671" y2="24934"/>
                        <a14:backgroundMark x1="41438" y1="22812" x2="41438" y2="22812"/>
                        <a14:backgroundMark x1="20890" y1="15650" x2="20890" y2="15650"/>
                        <a14:backgroundMark x1="25342" y1="71353" x2="25342" y2="71353"/>
                        <a14:backgroundMark x1="24658" y1="69496" x2="22945" y2="66578"/>
                        <a14:backgroundMark x1="22603" y1="64987" x2="20205" y2="60477"/>
                        <a14:backgroundMark x1="17466" y1="52785" x2="20205" y2="44562"/>
                        <a14:backgroundMark x1="20205" y1="44562" x2="20205" y2="44297"/>
                        <a14:backgroundMark x1="20205" y1="42971" x2="20205" y2="42971"/>
                        <a14:backgroundMark x1="18493" y1="56764" x2="18493" y2="56764"/>
                        <a14:backgroundMark x1="19178" y1="58886" x2="19178" y2="60477"/>
                        <a14:backgroundMark x1="18493" y1="58355" x2="17466" y2="53050"/>
                        <a14:backgroundMark x1="19178" y1="49072" x2="17808" y2="57560"/>
                        <a14:backgroundMark x1="17808" y1="57560" x2="18493" y2="58621"/>
                        <a14:backgroundMark x1="29110" y1="75332" x2="29110" y2="75332"/>
                        <a14:backgroundMark x1="37671" y1="77188" x2="37671" y2="77188"/>
                        <a14:backgroundMark x1="50685" y1="90451" x2="50685" y2="90451"/>
                        <a14:backgroundMark x1="35616" y1="81432" x2="35616" y2="81432"/>
                        <a14:backgroundMark x1="23973" y1="93102" x2="23973" y2="94430"/>
                        <a14:backgroundMark x1="23288" y1="88064" x2="23288" y2="88064"/>
                        <a14:backgroundMark x1="21575" y1="89655" x2="24315" y2="87003"/>
                        <a14:backgroundMark x1="25000" y1="87533" x2="22603" y2="89390"/>
                        <a14:backgroundMark x1="33904" y1="89125" x2="33904" y2="89125"/>
                        <a14:backgroundMark x1="50342" y1="17772" x2="50342" y2="17772"/>
                        <a14:backgroundMark x1="48630" y1="18037" x2="48630" y2="18037"/>
                        <a14:backgroundMark x1="48288" y1="18568" x2="48288" y2="18568"/>
                        <a14:backgroundMark x1="42808" y1="21751" x2="42808" y2="21751"/>
                      </a14:backgroundRemoval>
                    </a14:imgEffect>
                    <a14:imgEffect>
                      <a14:artisticGlowEdges/>
                    </a14:imgEffect>
                  </a14:imgLayer>
                </a14:imgProps>
              </a:ext>
            </a:extLst>
          </a:blip>
          <a:srcRect l="14469" r="45642"/>
          <a:stretch/>
        </p:blipFill>
        <p:spPr>
          <a:xfrm>
            <a:off x="2959349" y="-63724"/>
            <a:ext cx="1612651" cy="5205734"/>
          </a:xfrm>
          <a:prstGeom prst="rect">
            <a:avLst/>
          </a:prstGeom>
          <a:effectLst>
            <a:glow rad="2540">
              <a:schemeClr val="bg1">
                <a:alpha val="38000"/>
              </a:schemeClr>
            </a:glo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B0888E1-C4EB-2DF1-DBF8-74E9C3F31F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786" b="99500" l="10000" r="90000">
                        <a14:foregroundMark x1="49857" y1="52071" x2="52071" y2="98071"/>
                        <a14:foregroundMark x1="54143" y1="58357" x2="54143" y2="66857"/>
                        <a14:foregroundMark x1="42857" y1="59714" x2="45786" y2="61643"/>
                        <a14:foregroundMark x1="41929" y1="60286" x2="44214" y2="66286"/>
                        <a14:foregroundMark x1="18357" y1="99571" x2="18357" y2="99571"/>
                        <a14:foregroundMark x1="47643" y1="99429" x2="47643" y2="99429"/>
                        <a14:foregroundMark x1="38357" y1="21929" x2="38857" y2="10214"/>
                        <a14:foregroundMark x1="38857" y1="10214" x2="49143" y2="5357"/>
                        <a14:foregroundMark x1="36571" y1="14000" x2="40143" y2="28643"/>
                        <a14:foregroundMark x1="46000" y1="54214" x2="45786" y2="62500"/>
                        <a14:foregroundMark x1="41786" y1="54143" x2="51071" y2="53571"/>
                        <a14:foregroundMark x1="53429" y1="8500" x2="57500" y2="17500"/>
                        <a14:foregroundMark x1="59143" y1="15071" x2="52143" y2="5643"/>
                        <a14:foregroundMark x1="52143" y1="5643" x2="41786" y2="4857"/>
                        <a14:foregroundMark x1="41786" y1="4857" x2="34786" y2="13000"/>
                        <a14:foregroundMark x1="34786" y1="13000" x2="38786" y2="28786"/>
                        <a14:foregroundMark x1="34357" y1="19857" x2="35214" y2="22071"/>
                        <a14:foregroundMark x1="35214" y1="22071" x2="39857" y2="29571"/>
                        <a14:foregroundMark x1="39286" y1="30571" x2="37429" y2="27000"/>
                        <a14:foregroundMark x1="39071" y1="29571" x2="37500" y2="24786"/>
                        <a14:foregroundMark x1="33714" y1="16714" x2="35500" y2="10143"/>
                        <a14:foregroundMark x1="33857" y1="10714" x2="43143" y2="3214"/>
                        <a14:foregroundMark x1="43143" y1="3214" x2="47643" y2="1786"/>
                        <a14:foregroundMark x1="56571" y1="9857" x2="54500" y2="7000"/>
                        <a14:foregroundMark x1="49429" y1="3714" x2="46571" y2="3714"/>
                        <a14:foregroundMark x1="54643" y1="22571" x2="54643" y2="24357"/>
                        <a14:foregroundMark x1="58357" y1="16143" x2="58357" y2="13143"/>
                        <a14:foregroundMark x1="55500" y1="7929" x2="55786" y2="7429"/>
                        <a14:foregroundMark x1="49143" y1="3286" x2="48500" y2="3429"/>
                        <a14:foregroundMark x1="40571" y1="3571" x2="35214" y2="13071"/>
                        <a14:foregroundMark x1="35214" y1="13071" x2="35214" y2="14929"/>
                        <a14:foregroundMark x1="57786" y1="12714" x2="59571" y2="1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08000" y="977151"/>
            <a:ext cx="5205734" cy="5205734"/>
          </a:xfrm>
          <a:prstGeom prst="rect">
            <a:avLst/>
          </a:prstGeom>
          <a:effectLst>
            <a:glow rad="381000">
              <a:schemeClr val="tx1">
                <a:alpha val="50000"/>
              </a:schemeClr>
            </a:glo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4F808A-78BA-866B-DB85-24E1863A6D7A}"/>
              </a:ext>
            </a:extLst>
          </p:cNvPr>
          <p:cNvSpPr/>
          <p:nvPr/>
        </p:nvSpPr>
        <p:spPr>
          <a:xfrm>
            <a:off x="-26962" y="5577840"/>
            <a:ext cx="4572000" cy="731520"/>
          </a:xfrm>
          <a:prstGeom prst="rect">
            <a:avLst/>
          </a:prstGeom>
          <a:solidFill>
            <a:schemeClr val="tx1">
              <a:alpha val="65000"/>
            </a:schemeClr>
          </a:solidFill>
          <a:effectLst>
            <a:glow rad="308023">
              <a:schemeClr val="tx1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Lauri Markkanen</a:t>
            </a:r>
          </a:p>
        </p:txBody>
      </p:sp>
    </p:spTree>
    <p:extLst>
      <p:ext uri="{BB962C8B-B14F-4D97-AF65-F5344CB8AC3E}">
        <p14:creationId xmlns:p14="http://schemas.microsoft.com/office/powerpoint/2010/main" val="57772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25000"/>
              </a:schemeClr>
            </a:gs>
            <a:gs pos="52000">
              <a:schemeClr val="tx1"/>
            </a:gs>
            <a:gs pos="83000">
              <a:schemeClr val="bg2">
                <a:lumMod val="25000"/>
              </a:schemeClr>
            </a:gs>
            <a:gs pos="100000">
              <a:schemeClr val="tx1"/>
            </a:gs>
          </a:gsLst>
          <a:lin ang="30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6BE01-0F57-2F77-6963-35574ACE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keleton in a black robe reading a book&#10;&#10;Description automatically generated">
            <a:extLst>
              <a:ext uri="{FF2B5EF4-FFF2-40B4-BE49-F238E27FC236}">
                <a16:creationId xmlns:a16="http://schemas.microsoft.com/office/drawing/2014/main" id="{697B3119-33BA-43F8-FDEF-916C4EB158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 l="12948"/>
          <a:stretch/>
        </p:blipFill>
        <p:spPr>
          <a:xfrm>
            <a:off x="-1000618" y="-762017"/>
            <a:ext cx="5855970" cy="6726987"/>
          </a:xfrm>
          <a:prstGeom prst="rect">
            <a:avLst/>
          </a:prstGeom>
          <a:effectLst>
            <a:softEdge rad="9398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EDA701-A395-78F4-D186-FC11BB4B5B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583" b="89922" l="10000" r="90000">
                        <a14:foregroundMark x1="21500" y1="87346" x2="21500" y2="87346"/>
                        <a14:foregroundMark x1="29000" y1="88802" x2="29000" y2="88802"/>
                        <a14:foregroundMark x1="25417" y1="20829" x2="25417" y2="20829"/>
                        <a14:foregroundMark x1="24500" y1="22844" x2="25417" y2="17245"/>
                        <a14:foregroundMark x1="27333" y1="17245" x2="27333" y2="17245"/>
                        <a14:foregroundMark x1="24250" y1="22060" x2="24250" y2="22060"/>
                        <a14:foregroundMark x1="23833" y1="22284" x2="23833" y2="22284"/>
                        <a14:foregroundMark x1="23167" y1="22060" x2="23167" y2="22060"/>
                        <a14:foregroundMark x1="22750" y1="22060" x2="22750" y2="22060"/>
                        <a14:foregroundMark x1="35000" y1="6831" x2="35000" y2="6831"/>
                        <a14:foregroundMark x1="35417" y1="3583" x2="35417" y2="3583"/>
                        <a14:foregroundMark x1="27000" y1="16573" x2="27000" y2="16573"/>
                        <a14:foregroundMark x1="28000" y1="16797" x2="28000" y2="16797"/>
                        <a14:foregroundMark x1="28333" y1="87010" x2="28333" y2="87010"/>
                        <a14:foregroundMark x1="28000" y1="60806" x2="28000" y2="60806"/>
                        <a14:foregroundMark x1="29167" y1="79395" x2="29167" y2="79395"/>
                        <a14:foregroundMark x1="28333" y1="17245" x2="28333" y2="17245"/>
                        <a14:foregroundMark x1="28500" y1="18253" x2="28500" y2="18253"/>
                        <a14:foregroundMark x1="28667" y1="17245" x2="28667" y2="17245"/>
                        <a14:foregroundMark x1="28667" y1="18253" x2="28667" y2="18253"/>
                        <a14:backgroundMark x1="20500" y1="65622" x2="20500" y2="65622"/>
                        <a14:backgroundMark x1="19750" y1="60694" x2="20583" y2="65398"/>
                        <a14:backgroundMark x1="25083" y1="79171" x2="26250" y2="68869"/>
                        <a14:backgroundMark x1="24417" y1="79619" x2="24417" y2="79619"/>
                        <a14:backgroundMark x1="23833" y1="76596" x2="24583" y2="81187"/>
                        <a14:backgroundMark x1="19750" y1="79059" x2="19750" y2="79059"/>
                        <a14:backgroundMark x1="19917" y1="78947" x2="19917" y2="78947"/>
                        <a14:backgroundMark x1="21000" y1="79283" x2="21000" y2="79283"/>
                        <a14:backgroundMark x1="44000" y1="84658" x2="44500" y2="46809"/>
                        <a14:backgroundMark x1="34250" y1="60694" x2="33833" y2="66405"/>
                        <a14:backgroundMark x1="31417" y1="71557" x2="31417" y2="71557"/>
                        <a14:backgroundMark x1="31167" y1="71333" x2="31167" y2="71333"/>
                        <a14:backgroundMark x1="30917" y1="71109" x2="30917" y2="71109"/>
                        <a14:backgroundMark x1="30917" y1="71892" x2="30917" y2="71892"/>
                        <a14:backgroundMark x1="30833" y1="72228" x2="30833" y2="72228"/>
                        <a14:backgroundMark x1="30750" y1="71557" x2="30750" y2="71557"/>
                        <a14:backgroundMark x1="24333" y1="71333" x2="24333" y2="71333"/>
                        <a14:backgroundMark x1="24250" y1="70661" x2="24250" y2="70661"/>
                        <a14:backgroundMark x1="24000" y1="74020" x2="24000" y2="74020"/>
                        <a14:backgroundMark x1="23917" y1="73012" x2="23917" y2="73012"/>
                        <a14:backgroundMark x1="24083" y1="72452" x2="24083" y2="72452"/>
                        <a14:backgroundMark x1="28667" y1="19149" x2="28667" y2="19149"/>
                      </a14:backgroundRemoval>
                    </a14:imgEffect>
                    <a14:imgEffect>
                      <a14:artisticGlowEdges/>
                    </a14:imgEffect>
                  </a14:imgLayer>
                </a14:imgProps>
              </a:ext>
            </a:extLst>
          </a:blip>
          <a:srcRect l="18564" r="57967" b="6258"/>
          <a:stretch/>
        </p:blipFill>
        <p:spPr>
          <a:xfrm>
            <a:off x="3020880" y="129233"/>
            <a:ext cx="1665920" cy="4944486"/>
          </a:xfrm>
          <a:prstGeom prst="rect">
            <a:avLst/>
          </a:prstGeom>
          <a:effectLst>
            <a:glow rad="25400">
              <a:schemeClr val="tx1"/>
            </a:glo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549E745-03A5-9A17-77B7-1392FCAB79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46" b="99707" l="9942" r="89620">
                        <a14:foregroundMark x1="45614" y1="10835" x2="45614" y2="10835"/>
                        <a14:foregroundMark x1="44737" y1="14056" x2="51754" y2="7906"/>
                        <a14:foregroundMark x1="50877" y1="4392" x2="50877" y2="4392"/>
                        <a14:foregroundMark x1="59503" y1="8053" x2="59503" y2="8053"/>
                        <a14:foregroundMark x1="60234" y1="9224" x2="60234" y2="9224"/>
                        <a14:foregroundMark x1="39766" y1="35871" x2="35234" y2="35871"/>
                        <a14:foregroundMark x1="56433" y1="36164" x2="63743" y2="36310"/>
                        <a14:foregroundMark x1="55117" y1="9810" x2="51023" y2="8053"/>
                        <a14:foregroundMark x1="40205" y1="88873" x2="40058" y2="96047"/>
                        <a14:foregroundMark x1="53509" y1="95022" x2="53509" y2="99707"/>
                        <a14:foregroundMark x1="32018" y1="86091" x2="32018" y2="86091"/>
                        <a14:foregroundMark x1="38304" y1="40849" x2="40936" y2="41435"/>
                        <a14:foregroundMark x1="43713" y1="13324" x2="43713" y2="13324"/>
                        <a14:foregroundMark x1="43275" y1="26354" x2="43275" y2="26354"/>
                        <a14:foregroundMark x1="56725" y1="99707" x2="56725" y2="99707"/>
                        <a14:foregroundMark x1="59211" y1="99122" x2="59211" y2="99122"/>
                        <a14:foregroundMark x1="64766" y1="98829" x2="64766" y2="98829"/>
                        <a14:foregroundMark x1="64766" y1="96925" x2="64766" y2="96925"/>
                        <a14:foregroundMark x1="65205" y1="97072" x2="65205" y2="97072"/>
                        <a14:foregroundMark x1="65205" y1="95754" x2="65205" y2="95754"/>
                        <a14:backgroundMark x1="29386" y1="88580" x2="29386" y2="88580"/>
                        <a14:backgroundMark x1="33041" y1="59004" x2="33041" y2="59004"/>
                        <a14:backgroundMark x1="33041" y1="55198" x2="33041" y2="55198"/>
                        <a14:backgroundMark x1="30117" y1="88580" x2="30117" y2="88580"/>
                        <a14:backgroundMark x1="18567" y1="51830" x2="18567" y2="518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61360" y="514228"/>
            <a:ext cx="6177454" cy="6159391"/>
          </a:xfrm>
          <a:prstGeom prst="rect">
            <a:avLst/>
          </a:prstGeom>
          <a:effectLst>
            <a:glow rad="381000">
              <a:schemeClr val="tx1">
                <a:alpha val="50000"/>
              </a:schemeClr>
            </a:glo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4FD9ADC-B038-7D37-D1E5-5312751C260F}"/>
              </a:ext>
            </a:extLst>
          </p:cNvPr>
          <p:cNvSpPr/>
          <p:nvPr/>
        </p:nvSpPr>
        <p:spPr>
          <a:xfrm>
            <a:off x="-26962" y="5577840"/>
            <a:ext cx="4572000" cy="731520"/>
          </a:xfrm>
          <a:prstGeom prst="rect">
            <a:avLst/>
          </a:prstGeom>
          <a:solidFill>
            <a:schemeClr val="tx1">
              <a:alpha val="65000"/>
            </a:schemeClr>
          </a:solidFill>
          <a:effectLst>
            <a:glow rad="308023">
              <a:schemeClr val="tx1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Chet Holmgren</a:t>
            </a:r>
          </a:p>
        </p:txBody>
      </p:sp>
    </p:spTree>
    <p:extLst>
      <p:ext uri="{BB962C8B-B14F-4D97-AF65-F5344CB8AC3E}">
        <p14:creationId xmlns:p14="http://schemas.microsoft.com/office/powerpoint/2010/main" val="3428033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25000"/>
              </a:schemeClr>
            </a:gs>
            <a:gs pos="52000">
              <a:schemeClr val="tx1"/>
            </a:gs>
            <a:gs pos="83000">
              <a:schemeClr val="bg2">
                <a:lumMod val="25000"/>
              </a:schemeClr>
            </a:gs>
            <a:gs pos="100000">
              <a:schemeClr val="tx1"/>
            </a:gs>
          </a:gsLst>
          <a:lin ang="30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D4EF1A-2675-EEC2-D4F3-D52D73AC8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keleton in a black robe reading a book&#10;&#10;Description automatically generated">
            <a:extLst>
              <a:ext uri="{FF2B5EF4-FFF2-40B4-BE49-F238E27FC236}">
                <a16:creationId xmlns:a16="http://schemas.microsoft.com/office/drawing/2014/main" id="{4A880C41-F39F-36BF-211A-0DF201600B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 l="12948"/>
          <a:stretch/>
        </p:blipFill>
        <p:spPr>
          <a:xfrm>
            <a:off x="-1000618" y="-762017"/>
            <a:ext cx="5855970" cy="6726987"/>
          </a:xfrm>
          <a:prstGeom prst="rect">
            <a:avLst/>
          </a:prstGeom>
          <a:effectLst>
            <a:softEdge rad="9398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6E32D6-49A7-ECE9-BCD9-F582F1745D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333" b="90000" l="10000" r="90000">
                        <a14:foregroundMark x1="27000" y1="27533" x2="35083" y2="21533"/>
                        <a14:foregroundMark x1="35083" y1="21533" x2="31083" y2="11733"/>
                        <a14:foregroundMark x1="30250" y1="9933" x2="30250" y2="9933"/>
                        <a14:foregroundMark x1="30167" y1="8800" x2="30167" y2="5800"/>
                        <a14:foregroundMark x1="29667" y1="2333" x2="29667" y2="2333"/>
                        <a14:foregroundMark x1="14750" y1="28200" x2="24000" y2="12067"/>
                        <a14:foregroundMark x1="24000" y1="9733" x2="24000" y2="9733"/>
                        <a14:foregroundMark x1="24167" y1="9067" x2="24167" y2="9067"/>
                        <a14:foregroundMark x1="20417" y1="24267" x2="20417" y2="24267"/>
                        <a14:foregroundMark x1="17500" y1="20933" x2="17500" y2="20933"/>
                        <a14:foregroundMark x1="16833" y1="21733" x2="16833" y2="21733"/>
                        <a14:foregroundMark x1="20167" y1="22867" x2="22000" y2="28867"/>
                        <a14:foregroundMark x1="15417" y1="28067" x2="15083" y2="29667"/>
                        <a14:foregroundMark x1="14333" y1="30867" x2="14333" y2="30867"/>
                        <a14:foregroundMark x1="26833" y1="42800" x2="27333" y2="39133"/>
                        <a14:foregroundMark x1="27750" y1="35800" x2="27750" y2="35800"/>
                        <a14:foregroundMark x1="27750" y1="38933" x2="28000" y2="32200"/>
                        <a14:foregroundMark x1="27750" y1="36933" x2="27750" y2="36000"/>
                        <a14:foregroundMark x1="28250" y1="34067" x2="28250" y2="34067"/>
                        <a14:foregroundMark x1="28417" y1="31333" x2="27667" y2="37933"/>
                        <a14:foregroundMark x1="27333" y1="60333" x2="27333" y2="60333"/>
                        <a14:foregroundMark x1="27333" y1="56533" x2="28583" y2="64667"/>
                        <a14:foregroundMark x1="29000" y1="66667" x2="30250" y2="74800"/>
                        <a14:foregroundMark x1="19167" y1="57800" x2="22167" y2="81800"/>
                        <a14:foregroundMark x1="22333" y1="82800" x2="22333" y2="82800"/>
                        <a14:foregroundMark x1="22333" y1="82800" x2="22333" y2="83733"/>
                        <a14:foregroundMark x1="20917" y1="83733" x2="20917" y2="83733"/>
                        <a14:foregroundMark x1="20250" y1="83133" x2="20250" y2="83133"/>
                        <a14:foregroundMark x1="31167" y1="80600" x2="31167" y2="80600"/>
                        <a14:foregroundMark x1="30833" y1="82333" x2="31583" y2="82933"/>
                        <a14:foregroundMark x1="28333" y1="80800" x2="28917" y2="82267"/>
                        <a14:foregroundMark x1="27333" y1="82200" x2="27333" y2="82200"/>
                        <a14:foregroundMark x1="33583" y1="85400" x2="33583" y2="85400"/>
                        <a14:backgroundMark x1="23083" y1="66800" x2="23083" y2="66800"/>
                        <a14:backgroundMark x1="24167" y1="63933" x2="24167" y2="63933"/>
                        <a14:backgroundMark x1="31250" y1="63667" x2="31250" y2="63667"/>
                        <a14:backgroundMark x1="24833" y1="60067" x2="24833" y2="60067"/>
                        <a14:backgroundMark x1="24000" y1="58200" x2="24000" y2="60067"/>
                        <a14:backgroundMark x1="24750" y1="57733" x2="24750" y2="57733"/>
                        <a14:backgroundMark x1="24833" y1="57333" x2="24833" y2="57933"/>
                        <a14:backgroundMark x1="24833" y1="58267" x2="24833" y2="58267"/>
                        <a14:backgroundMark x1="15583" y1="63333" x2="15583" y2="63333"/>
                        <a14:backgroundMark x1="17667" y1="61400" x2="17667" y2="61400"/>
                        <a14:backgroundMark x1="17500" y1="60467" x2="17500" y2="60467"/>
                        <a14:backgroundMark x1="17167" y1="65133" x2="17167" y2="65133"/>
                        <a14:backgroundMark x1="22583" y1="70067" x2="22583" y2="70067"/>
                        <a14:backgroundMark x1="22583" y1="70067" x2="22750" y2="71067"/>
                        <a14:backgroundMark x1="22750" y1="69067" x2="22750" y2="69067"/>
                        <a14:backgroundMark x1="30750" y1="62933" x2="30750" y2="62933"/>
                      </a14:backgroundRemoval>
                    </a14:imgEffect>
                    <a14:imgEffect>
                      <a14:artisticGlowEdges/>
                    </a14:imgEffect>
                  </a14:imgLayer>
                </a14:imgProps>
              </a:ext>
            </a:extLst>
          </a:blip>
          <a:srcRect l="10834" r="60362" b="12174"/>
          <a:stretch/>
        </p:blipFill>
        <p:spPr>
          <a:xfrm>
            <a:off x="3239192" y="112977"/>
            <a:ext cx="1305846" cy="4976997"/>
          </a:xfrm>
          <a:prstGeom prst="rect">
            <a:avLst/>
          </a:prstGeom>
          <a:effectLst>
            <a:glow rad="25400">
              <a:schemeClr val="tx1"/>
            </a:glow>
          </a:effectLst>
        </p:spPr>
      </p:pic>
      <p:pic>
        <p:nvPicPr>
          <p:cNvPr id="1026" name="Picture 2" descr="The collapse of the giant expected to dominate: Bol Bol fades at the Suns |  Marca">
            <a:extLst>
              <a:ext uri="{FF2B5EF4-FFF2-40B4-BE49-F238E27FC236}">
                <a16:creationId xmlns:a16="http://schemas.microsoft.com/office/drawing/2014/main" id="{E385E900-40B8-2111-7E91-03300EDE9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174" b="99457" l="9662" r="89976">
                        <a14:foregroundMark x1="37077" y1="8877" x2="37560" y2="7971"/>
                        <a14:foregroundMark x1="38889" y1="2355" x2="38889" y2="2355"/>
                        <a14:foregroundMark x1="35024" y1="35507" x2="35024" y2="35507"/>
                        <a14:foregroundMark x1="34903" y1="34783" x2="33575" y2="36232"/>
                        <a14:foregroundMark x1="33696" y1="28442" x2="33696" y2="28442"/>
                        <a14:foregroundMark x1="34058" y1="28080" x2="34058" y2="28080"/>
                        <a14:foregroundMark x1="14976" y1="93659" x2="14976" y2="93659"/>
                        <a14:foregroundMark x1="9662" y1="90399" x2="9662" y2="90399"/>
                        <a14:foregroundMark x1="12923" y1="95652" x2="12923" y2="95652"/>
                        <a14:foregroundMark x1="18237" y1="98732" x2="18237" y2="98732"/>
                        <a14:foregroundMark x1="42029" y1="93478" x2="42029" y2="93478"/>
                        <a14:foregroundMark x1="39614" y1="84783" x2="39614" y2="84783"/>
                        <a14:foregroundMark x1="38889" y1="78261" x2="38889" y2="78261"/>
                        <a14:foregroundMark x1="34903" y1="94022" x2="34903" y2="94022"/>
                        <a14:foregroundMark x1="32488" y1="97283" x2="32488" y2="97283"/>
                        <a14:foregroundMark x1="33696" y1="92754" x2="33696" y2="92754"/>
                        <a14:foregroundMark x1="34903" y1="87862" x2="34903" y2="87862"/>
                        <a14:foregroundMark x1="35628" y1="83514" x2="35628" y2="83514"/>
                        <a14:foregroundMark x1="31159" y1="99457" x2="36957" y2="77899"/>
                        <a14:foregroundMark x1="63285" y1="90942" x2="63285" y2="90942"/>
                        <a14:foregroundMark x1="62923" y1="89493" x2="62923" y2="89493"/>
                        <a14:foregroundMark x1="64251" y1="92754" x2="64251" y2="92754"/>
                        <a14:foregroundMark x1="63647" y1="91304" x2="63647" y2="91304"/>
                        <a14:foregroundMark x1="62923" y1="89493" x2="62923" y2="89493"/>
                        <a14:foregroundMark x1="62802" y1="87862" x2="62802" y2="87862"/>
                        <a14:foregroundMark x1="63285" y1="90036" x2="63285" y2="90036"/>
                        <a14:foregroundMark x1="63285" y1="88225" x2="63285" y2="88225"/>
                        <a14:backgroundMark x1="13527" y1="84964" x2="13527" y2="84964"/>
                        <a14:backgroundMark x1="12681" y1="85507" x2="12681" y2="85507"/>
                        <a14:backgroundMark x1="49396" y1="97464" x2="49396" y2="97464"/>
                        <a14:backgroundMark x1="68961" y1="90036" x2="68961" y2="90036"/>
                        <a14:backgroundMark x1="57367" y1="53804" x2="57367" y2="538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7934" y="1141452"/>
            <a:ext cx="7751862" cy="5167908"/>
          </a:xfrm>
          <a:prstGeom prst="rect">
            <a:avLst/>
          </a:prstGeom>
          <a:noFill/>
          <a:effectLst>
            <a:glow rad="381000">
              <a:schemeClr val="tx1">
                <a:alpha val="5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8AD3764-1555-E9E0-65F7-42D59CD62A45}"/>
              </a:ext>
            </a:extLst>
          </p:cNvPr>
          <p:cNvSpPr/>
          <p:nvPr/>
        </p:nvSpPr>
        <p:spPr>
          <a:xfrm>
            <a:off x="-26962" y="5577840"/>
            <a:ext cx="4572000" cy="731520"/>
          </a:xfrm>
          <a:prstGeom prst="rect">
            <a:avLst/>
          </a:prstGeom>
          <a:solidFill>
            <a:schemeClr val="tx1">
              <a:alpha val="65000"/>
            </a:schemeClr>
          </a:solidFill>
          <a:effectLst>
            <a:glow rad="308023">
              <a:schemeClr val="tx1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Bol Bol</a:t>
            </a:r>
          </a:p>
        </p:txBody>
      </p:sp>
    </p:spTree>
    <p:extLst>
      <p:ext uri="{BB962C8B-B14F-4D97-AF65-F5344CB8AC3E}">
        <p14:creationId xmlns:p14="http://schemas.microsoft.com/office/powerpoint/2010/main" val="1090096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25000"/>
              </a:schemeClr>
            </a:gs>
            <a:gs pos="52000">
              <a:schemeClr val="tx1"/>
            </a:gs>
            <a:gs pos="83000">
              <a:schemeClr val="bg2">
                <a:lumMod val="25000"/>
              </a:schemeClr>
            </a:gs>
            <a:gs pos="100000">
              <a:schemeClr val="tx1"/>
            </a:gs>
          </a:gsLst>
          <a:lin ang="30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39719-06CD-894A-B2E5-3E33D0EB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BA8FC-6049-9C5D-550F-9E015DB23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667" b="99667" l="10000" r="90000">
                        <a14:foregroundMark x1="52800" y1="22167" x2="52800" y2="22167"/>
                        <a14:foregroundMark x1="45200" y1="5833" x2="45200" y2="5833"/>
                        <a14:foregroundMark x1="50500" y1="86500" x2="50500" y2="86500"/>
                        <a14:foregroundMark x1="51000" y1="93000" x2="51000" y2="93000"/>
                        <a14:foregroundMark x1="50300" y1="98333" x2="50300" y2="98333"/>
                        <a14:foregroundMark x1="59100" y1="99167" x2="59100" y2="99167"/>
                        <a14:foregroundMark x1="49500" y1="99667" x2="49500" y2="99667"/>
                        <a14:backgroundMark x1="27700" y1="88000" x2="31000" y2="60500"/>
                        <a14:backgroundMark x1="26600" y1="89500" x2="26600" y2="89500"/>
                        <a14:backgroundMark x1="19500" y1="89833" x2="32500" y2="94000"/>
                        <a14:backgroundMark x1="32500" y1="94000" x2="33200" y2="93833"/>
                        <a14:backgroundMark x1="38700" y1="90167" x2="42800" y2="94667"/>
                        <a14:backgroundMark x1="44600" y1="91833" x2="45500" y2="96333"/>
                        <a14:backgroundMark x1="46500" y1="92333" x2="46500" y2="92333"/>
                        <a14:backgroundMark x1="46900" y1="89000" x2="46900" y2="89000"/>
                        <a14:backgroundMark x1="47200" y1="87833" x2="47200" y2="87833"/>
                        <a14:backgroundMark x1="47500" y1="86833" x2="47500" y2="86833"/>
                        <a14:backgroundMark x1="47500" y1="85833" x2="47500" y2="85833"/>
                        <a14:backgroundMark x1="52400" y1="87667" x2="52400" y2="87667"/>
                        <a14:backgroundMark x1="53200" y1="96000" x2="53200" y2="96000"/>
                        <a14:backgroundMark x1="52200" y1="96833" x2="52200" y2="96833"/>
                        <a14:backgroundMark x1="67600" y1="96500" x2="67600" y2="96500"/>
                        <a14:backgroundMark x1="56000" y1="96833" x2="56000" y2="96833"/>
                        <a14:backgroundMark x1="56000" y1="98333" x2="56000" y2="98333"/>
                        <a14:backgroundMark x1="51800" y1="99167" x2="51800" y2="99167"/>
                        <a14:backgroundMark x1="48300" y1="98167" x2="48300" y2="98167"/>
                        <a14:backgroundMark x1="79800" y1="96667" x2="79800" y2="96667"/>
                        <a14:backgroundMark x1="77100" y1="98333" x2="77100" y2="98333"/>
                      </a14:backgroundRemoval>
                    </a14:imgEffect>
                    <a14:imgEffect>
                      <a14:artisticGlowEdges/>
                    </a14:imgEffect>
                  </a14:imgLayer>
                </a14:imgProps>
              </a:ext>
            </a:extLst>
          </a:blip>
          <a:srcRect l="38769" r="36353"/>
          <a:stretch/>
        </p:blipFill>
        <p:spPr>
          <a:xfrm>
            <a:off x="2387211" y="-360149"/>
            <a:ext cx="2334323" cy="5629834"/>
          </a:xfrm>
          <a:prstGeom prst="rect">
            <a:avLst/>
          </a:prstGeom>
          <a:effectLst>
            <a:glow rad="25400">
              <a:schemeClr val="tx1"/>
            </a:glo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919AD5A-8454-F2F2-BBC3-22C361F6B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30" b="99753" l="10000" r="90000">
                        <a14:foregroundMark x1="40694" y1="9630" x2="40694" y2="9630"/>
                        <a14:foregroundMark x1="60556" y1="93827" x2="60556" y2="93827"/>
                        <a14:foregroundMark x1="47361" y1="97531" x2="47361" y2="97531"/>
                        <a14:foregroundMark x1="63194" y1="99012" x2="63194" y2="99012"/>
                        <a14:foregroundMark x1="43889" y1="99753" x2="43889" y2="99753"/>
                        <a14:backgroundMark x1="18472" y1="44691" x2="18472" y2="44691"/>
                        <a14:backgroundMark x1="30139" y1="37284" x2="30139" y2="37284"/>
                        <a14:backgroundMark x1="71528" y1="38025" x2="71528" y2="38025"/>
                        <a14:backgroundMark x1="63750" y1="45432" x2="63750" y2="45432"/>
                        <a14:backgroundMark x1="53056" y1="37284" x2="53056" y2="37284"/>
                        <a14:backgroundMark x1="52917" y1="38519" x2="52917" y2="38519"/>
                        <a14:backgroundMark x1="51389" y1="37778" x2="51389" y2="37778"/>
                      </a14:backgroundRemoval>
                    </a14:imgEffect>
                  </a14:imgLayer>
                </a14:imgProps>
              </a:ext>
            </a:extLst>
          </a:blip>
          <a:srcRect l="21097" r="33049"/>
          <a:stretch/>
        </p:blipFill>
        <p:spPr>
          <a:xfrm>
            <a:off x="184747" y="1051478"/>
            <a:ext cx="4387253" cy="5368681"/>
          </a:xfrm>
          <a:prstGeom prst="rect">
            <a:avLst/>
          </a:prstGeom>
          <a:effectLst>
            <a:glow rad="381000">
              <a:schemeClr val="tx1">
                <a:alpha val="50000"/>
              </a:schemeClr>
            </a:glow>
          </a:effectLst>
        </p:spPr>
      </p:pic>
      <p:pic>
        <p:nvPicPr>
          <p:cNvPr id="5" name="Picture 4" descr="A skeleton in a black robe reading a book&#10;&#10;Description automatically generated">
            <a:extLst>
              <a:ext uri="{FF2B5EF4-FFF2-40B4-BE49-F238E27FC236}">
                <a16:creationId xmlns:a16="http://schemas.microsoft.com/office/drawing/2014/main" id="{5366F524-EC34-BBCD-994D-A54EAD9691D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ChalkSketch/>
                    </a14:imgEffect>
                  </a14:imgLayer>
                </a14:imgProps>
              </a:ext>
            </a:extLst>
          </a:blip>
          <a:srcRect l="12948"/>
          <a:stretch/>
        </p:blipFill>
        <p:spPr>
          <a:xfrm>
            <a:off x="-1000618" y="-762017"/>
            <a:ext cx="5855970" cy="6726987"/>
          </a:xfrm>
          <a:prstGeom prst="rect">
            <a:avLst/>
          </a:prstGeom>
          <a:effectLst>
            <a:softEdge rad="93980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B191A3-E664-465A-A6F5-AC6497F58600}"/>
              </a:ext>
            </a:extLst>
          </p:cNvPr>
          <p:cNvSpPr/>
          <p:nvPr/>
        </p:nvSpPr>
        <p:spPr>
          <a:xfrm>
            <a:off x="-26962" y="5577840"/>
            <a:ext cx="4572000" cy="731520"/>
          </a:xfrm>
          <a:prstGeom prst="rect">
            <a:avLst/>
          </a:prstGeom>
          <a:solidFill>
            <a:schemeClr val="tx1">
              <a:alpha val="65000"/>
            </a:schemeClr>
          </a:solidFill>
          <a:effectLst>
            <a:glow rad="308023">
              <a:schemeClr val="tx1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Kristaps Porzingis</a:t>
            </a:r>
          </a:p>
        </p:txBody>
      </p:sp>
    </p:spTree>
    <p:extLst>
      <p:ext uri="{BB962C8B-B14F-4D97-AF65-F5344CB8AC3E}">
        <p14:creationId xmlns:p14="http://schemas.microsoft.com/office/powerpoint/2010/main" val="3761628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3ef5274-90b8-4b3f-8a76-b4c36a43e904}" enabled="1" method="Standard" siteId="{61e6eeb3-5fd7-4aaa-ae3c-61e8deb09b7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8878</TotalTime>
  <Words>27</Words>
  <Application>Microsoft Macintosh PowerPoint</Application>
  <PresentationFormat>Custom</PresentationFormat>
  <Paragraphs>12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Brigham Chen</dc:creator>
  <cp:lastModifiedBy>Brigham Chen</cp:lastModifiedBy>
  <cp:revision>55</cp:revision>
  <dcterms:created xsi:type="dcterms:W3CDTF">2024-11-20T19:15:19Z</dcterms:created>
  <dcterms:modified xsi:type="dcterms:W3CDTF">2026-08-30T02:38:55Z</dcterms:modified>
</cp:coreProperties>
</file>